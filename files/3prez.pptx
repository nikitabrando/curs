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0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40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475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355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563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895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325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49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444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9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296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1268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476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7982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878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631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57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6561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CF278B-5D2F-29D9-7E4D-B66316CC0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9011" y="2315324"/>
            <a:ext cx="7766936" cy="164630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ВЕБ-ИНТЕРФЕЙС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6D1B8B-135B-9B68-35C3-61470D0AB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4267" y="4061984"/>
            <a:ext cx="7766936" cy="1096899"/>
          </a:xfrm>
        </p:spPr>
        <p:txBody>
          <a:bodyPr/>
          <a:lstStyle/>
          <a:p>
            <a:r>
              <a:rPr lang="ru-RU" dirty="0"/>
              <a:t>Проектируем главную страницу сайта, которая продаёт пиццу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35265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CF654-2561-0FF6-5C3A-BEC5E4949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 Зачем пиццерии сайт</a:t>
            </a: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574C3F-36E2-E495-E598-481A9C463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0000"/>
            <a:ext cx="10515600" cy="4351338"/>
          </a:xfrm>
        </p:spPr>
        <p:txBody>
          <a:bodyPr>
            <a:noAutofit/>
          </a:bodyPr>
          <a:lstStyle/>
          <a:p>
            <a:r>
              <a:rPr lang="ru-RU" sz="1600" dirty="0"/>
              <a:t>Заголовок: Сайт — это цифровая витрина</a:t>
            </a:r>
          </a:p>
          <a:p>
            <a:endParaRPr lang="ru-RU" sz="1600" dirty="0"/>
          </a:p>
          <a:p>
            <a:r>
              <a:rPr lang="ru-RU" sz="1600" dirty="0"/>
              <a:t>Задача сайта	Как помогает бизнесу</a:t>
            </a:r>
          </a:p>
          <a:p>
            <a:r>
              <a:rPr lang="ru-RU" sz="1600" dirty="0"/>
              <a:t>Принимать заказы 24/7	Автоматизация продаж</a:t>
            </a:r>
          </a:p>
          <a:p>
            <a:r>
              <a:rPr lang="ru-RU" sz="1600" dirty="0"/>
              <a:t>Показать меню с фото	Аппетитные картинки стимулируют заказ</a:t>
            </a:r>
          </a:p>
          <a:p>
            <a:r>
              <a:rPr lang="ru-RU" sz="1600" dirty="0"/>
              <a:t>Рассказать об акциях	Увеличение среднего чека</a:t>
            </a:r>
          </a:p>
          <a:p>
            <a:r>
              <a:rPr lang="ru-RU" sz="1600" dirty="0"/>
              <a:t>Собрать контакты клиентов	</a:t>
            </a:r>
            <a:r>
              <a:rPr lang="ru-RU" sz="1600" dirty="0" err="1"/>
              <a:t>Email</a:t>
            </a:r>
            <a:r>
              <a:rPr lang="ru-RU" sz="1600" dirty="0"/>
              <a:t> и SMS-рассылки</a:t>
            </a:r>
          </a:p>
          <a:p>
            <a:r>
              <a:rPr lang="ru-RU" sz="1600" dirty="0"/>
              <a:t>Работать без агрегаторов	Экономия на комиссиях (Delivery Club, Яндекс Еда)</a:t>
            </a:r>
          </a:p>
          <a:p>
            <a:r>
              <a:rPr lang="ru-RU" sz="1600" dirty="0"/>
              <a:t>Пример для «</a:t>
            </a:r>
            <a:r>
              <a:rPr lang="ru-RU" sz="1600" dirty="0" err="1"/>
              <a:t>Пиццарай</a:t>
            </a:r>
            <a:r>
              <a:rPr lang="ru-RU" sz="1600" dirty="0"/>
              <a:t>»:</a:t>
            </a:r>
          </a:p>
          <a:p>
            <a:r>
              <a:rPr lang="ru-RU" sz="1600" dirty="0"/>
              <a:t>Сайт принимает заказы, даёт скидку за регистрацию и показывает время доставки.</a:t>
            </a:r>
          </a:p>
          <a:p>
            <a:endParaRPr lang="ru-RU" sz="1600" dirty="0"/>
          </a:p>
          <a:p>
            <a:r>
              <a:rPr lang="ru-RU" sz="1600" dirty="0"/>
              <a:t>Визуал: Инфографика — смартфон + 5 стрелок к преимуществам</a:t>
            </a:r>
          </a:p>
        </p:txBody>
      </p:sp>
    </p:spTree>
    <p:extLst>
      <p:ext uri="{BB962C8B-B14F-4D97-AF65-F5344CB8AC3E}">
        <p14:creationId xmlns:p14="http://schemas.microsoft.com/office/powerpoint/2010/main" val="3252845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CBECFB-B812-2130-1B01-A742FE2C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Структура главной страницы</a:t>
            </a:r>
            <a:br>
              <a:rPr lang="ru-RU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FC42D6-4507-3700-A2B8-028122B12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Заголовок: Из каких блоков состоит успешный сайт</a:t>
            </a:r>
          </a:p>
          <a:p>
            <a:endParaRPr lang="ru-RU" dirty="0"/>
          </a:p>
          <a:p>
            <a:r>
              <a:rPr lang="ru-RU" dirty="0"/>
              <a:t>Схема сверху вниз:</a:t>
            </a:r>
          </a:p>
          <a:p>
            <a:endParaRPr lang="ru-RU" dirty="0"/>
          </a:p>
          <a:p>
            <a:r>
              <a:rPr lang="ru-RU" dirty="0"/>
              <a:t>№	Блок	Содержание</a:t>
            </a:r>
          </a:p>
          <a:p>
            <a:r>
              <a:rPr lang="ru-RU" dirty="0"/>
              <a:t>1	Шапка (</a:t>
            </a:r>
            <a:r>
              <a:rPr lang="ru-RU" dirty="0" err="1"/>
              <a:t>header</a:t>
            </a:r>
            <a:r>
              <a:rPr lang="ru-RU" dirty="0"/>
              <a:t>)	Логотип + меню + корзина</a:t>
            </a:r>
          </a:p>
          <a:p>
            <a:r>
              <a:rPr lang="ru-RU" dirty="0"/>
              <a:t>2	Герой-секция (</a:t>
            </a:r>
            <a:r>
              <a:rPr lang="ru-RU" dirty="0" err="1"/>
              <a:t>hero</a:t>
            </a:r>
            <a:r>
              <a:rPr lang="ru-RU" dirty="0"/>
              <a:t>)	Крупный заголовок, CTA-кнопка, фоновое фото</a:t>
            </a:r>
          </a:p>
          <a:p>
            <a:r>
              <a:rPr lang="ru-RU" dirty="0"/>
              <a:t>3	Преимущества	3–4 иконки с короткими текстами</a:t>
            </a:r>
          </a:p>
          <a:p>
            <a:r>
              <a:rPr lang="ru-RU" dirty="0"/>
              <a:t>4	Популярные пиццы	Карточки товаров (фото, название, цена, кнопка)</a:t>
            </a:r>
          </a:p>
          <a:p>
            <a:r>
              <a:rPr lang="ru-RU" dirty="0"/>
              <a:t>5	Отзывы (опционально)	Звёзды, цитаты, фото клиентов</a:t>
            </a:r>
          </a:p>
          <a:p>
            <a:r>
              <a:rPr lang="ru-RU" dirty="0"/>
              <a:t>6	Подвал (</a:t>
            </a:r>
            <a:r>
              <a:rPr lang="ru-RU" dirty="0" err="1"/>
              <a:t>footer</a:t>
            </a:r>
            <a:r>
              <a:rPr lang="ru-RU" dirty="0"/>
              <a:t>)	Контакты, соцсети, часы работы, копирайт</a:t>
            </a:r>
          </a:p>
          <a:p>
            <a:r>
              <a:rPr lang="ru-RU" dirty="0"/>
              <a:t>Визуал: Схема страницы с 6 пронумерованными блоками</a:t>
            </a:r>
          </a:p>
        </p:txBody>
      </p:sp>
    </p:spTree>
    <p:extLst>
      <p:ext uri="{BB962C8B-B14F-4D97-AF65-F5344CB8AC3E}">
        <p14:creationId xmlns:p14="http://schemas.microsoft.com/office/powerpoint/2010/main" val="86165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2D9EEE-4585-0324-A296-4248719C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 Технические параметры макета</a:t>
            </a: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D49BA-2E98-6340-52B3-493419B20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Заголовок: Настройки документа для веба</a:t>
            </a:r>
          </a:p>
          <a:p>
            <a:endParaRPr lang="ru-RU" dirty="0"/>
          </a:p>
          <a:p>
            <a:r>
              <a:rPr lang="ru-RU" dirty="0"/>
              <a:t>Параметр	Значение	Почему</a:t>
            </a:r>
          </a:p>
          <a:p>
            <a:r>
              <a:rPr lang="ru-RU" dirty="0" err="1"/>
              <a:t>Артборд</a:t>
            </a:r>
            <a:r>
              <a:rPr lang="ru-RU" dirty="0"/>
              <a:t>	1440×1024 </a:t>
            </a:r>
            <a:r>
              <a:rPr lang="ru-RU" dirty="0" err="1"/>
              <a:t>px</a:t>
            </a:r>
            <a:r>
              <a:rPr lang="ru-RU" dirty="0"/>
              <a:t>	Самая популярная ширина десктопов</a:t>
            </a:r>
          </a:p>
          <a:p>
            <a:r>
              <a:rPr lang="ru-RU" dirty="0"/>
              <a:t>Цветовая модель	RGB	Для экранов, не для печати</a:t>
            </a:r>
          </a:p>
          <a:p>
            <a:r>
              <a:rPr lang="ru-RU" dirty="0"/>
              <a:t>Сетка	12 колонок	Гибкая адаптивная сетка</a:t>
            </a:r>
          </a:p>
          <a:p>
            <a:r>
              <a:rPr lang="ru-RU" dirty="0"/>
              <a:t>Отступы (</a:t>
            </a:r>
            <a:r>
              <a:rPr lang="ru-RU" dirty="0" err="1"/>
              <a:t>gutter</a:t>
            </a:r>
            <a:r>
              <a:rPr lang="ru-RU" dirty="0"/>
              <a:t>)	20–24 </a:t>
            </a:r>
            <a:r>
              <a:rPr lang="ru-RU" dirty="0" err="1"/>
              <a:t>px</a:t>
            </a:r>
            <a:r>
              <a:rPr lang="ru-RU" dirty="0"/>
              <a:t>	Комфортное расстояние между элементами</a:t>
            </a:r>
          </a:p>
          <a:p>
            <a:r>
              <a:rPr lang="ru-RU" dirty="0"/>
              <a:t>Безопасная зона	1200 </a:t>
            </a:r>
            <a:r>
              <a:rPr lang="ru-RU" dirty="0" err="1"/>
              <a:t>px</a:t>
            </a:r>
            <a:r>
              <a:rPr lang="ru-RU" dirty="0"/>
              <a:t> по центру	Контент не уходит за края</a:t>
            </a:r>
          </a:p>
          <a:p>
            <a:r>
              <a:rPr lang="ru-RU" dirty="0"/>
              <a:t>Шрифты	системные или веб-шрифты	Inter, </a:t>
            </a:r>
            <a:r>
              <a:rPr lang="ru-RU" dirty="0" err="1"/>
              <a:t>Roboto</a:t>
            </a:r>
            <a:r>
              <a:rPr lang="ru-RU" dirty="0"/>
              <a:t>, </a:t>
            </a:r>
            <a:r>
              <a:rPr lang="ru-RU" dirty="0" err="1"/>
              <a:t>Montserrat</a:t>
            </a:r>
            <a:r>
              <a:rPr lang="ru-RU" dirty="0"/>
              <a:t>, SF Pro</a:t>
            </a:r>
          </a:p>
          <a:p>
            <a:r>
              <a:rPr lang="ru-RU" dirty="0"/>
              <a:t>Визуал: </a:t>
            </a:r>
            <a:r>
              <a:rPr lang="ru-RU" dirty="0" err="1"/>
              <a:t>Артборд</a:t>
            </a:r>
            <a:r>
              <a:rPr lang="ru-RU" dirty="0"/>
              <a:t> 1440×1024 с наложенной сеткой 12 колонок</a:t>
            </a:r>
          </a:p>
        </p:txBody>
      </p:sp>
    </p:spTree>
    <p:extLst>
      <p:ext uri="{BB962C8B-B14F-4D97-AF65-F5344CB8AC3E}">
        <p14:creationId xmlns:p14="http://schemas.microsoft.com/office/powerpoint/2010/main" val="223089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2D056-61D7-9903-1964-4E41A6429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 Шапка сайта (</a:t>
            </a:r>
            <a:r>
              <a:rPr lang="en-US" b="1" dirty="0"/>
              <a:t>header)</a:t>
            </a:r>
            <a:br>
              <a:rPr lang="en-US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9812B7-B2CF-1B77-FB19-1D79974A2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Заголовок: Навигация и брендирование</a:t>
            </a:r>
          </a:p>
          <a:p>
            <a:endParaRPr lang="ru-RU" b="1" dirty="0"/>
          </a:p>
          <a:p>
            <a:r>
              <a:rPr lang="ru-RU" b="1" dirty="0"/>
              <a:t>Что обязательно в шапке:</a:t>
            </a:r>
          </a:p>
          <a:p>
            <a:endParaRPr lang="ru-RU" b="1" dirty="0"/>
          </a:p>
          <a:p>
            <a:r>
              <a:rPr lang="ru-RU" b="1" dirty="0"/>
              <a:t>Элемент	Расположение	Пример</a:t>
            </a:r>
          </a:p>
          <a:p>
            <a:r>
              <a:rPr lang="ru-RU" b="1" dirty="0"/>
              <a:t>Логотип	Левый верхний угол	«</a:t>
            </a:r>
            <a:r>
              <a:rPr lang="ru-RU" b="1" dirty="0" err="1"/>
              <a:t>Пиццарай</a:t>
            </a:r>
            <a:r>
              <a:rPr lang="ru-RU" b="1" dirty="0"/>
              <a:t>»</a:t>
            </a:r>
          </a:p>
          <a:p>
            <a:r>
              <a:rPr lang="ru-RU" b="1" dirty="0"/>
              <a:t>Меню	По центру или справа	Пиццы / Акции / Контакты</a:t>
            </a:r>
          </a:p>
          <a:p>
            <a:r>
              <a:rPr lang="ru-RU" b="1" dirty="0"/>
              <a:t>Иконка корзины	Правый верхний угол	🛒 + счётчик товаров</a:t>
            </a:r>
          </a:p>
          <a:p>
            <a:r>
              <a:rPr lang="ru-RU" b="1" dirty="0"/>
              <a:t>Кнопка «Войти»	Рядом с корзиной	Личный кабинет</a:t>
            </a:r>
          </a:p>
          <a:p>
            <a:r>
              <a:rPr lang="ru-RU" b="1" dirty="0"/>
              <a:t>Советы:</a:t>
            </a:r>
          </a:p>
          <a:p>
            <a:endParaRPr lang="ru-RU" b="1" dirty="0"/>
          </a:p>
          <a:p>
            <a:r>
              <a:rPr lang="ru-RU" b="1" dirty="0"/>
              <a:t>Шапка должна быть липкой (</a:t>
            </a:r>
            <a:r>
              <a:rPr lang="ru-RU" b="1" dirty="0" err="1"/>
              <a:t>sticky</a:t>
            </a:r>
            <a:r>
              <a:rPr lang="ru-RU" b="1" dirty="0"/>
              <a:t>) — видна при </a:t>
            </a:r>
            <a:r>
              <a:rPr lang="ru-RU" b="1" dirty="0" err="1"/>
              <a:t>скролле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705459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D61293-4E64-D703-6533-0E48BE67F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Герой-секция (</a:t>
            </a:r>
            <a:r>
              <a:rPr lang="en-US" b="1" dirty="0"/>
              <a:t>hero section)</a:t>
            </a:r>
            <a:br>
              <a:rPr lang="en-US" b="1" dirty="0"/>
            </a:b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AD9C39-FDA2-1B9F-25AC-BF4AE4623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Заголовок:</a:t>
            </a:r>
            <a:r>
              <a:rPr lang="ru-RU" dirty="0"/>
              <a:t> Первый экран — самый важный</a:t>
            </a:r>
          </a:p>
          <a:p>
            <a:r>
              <a:rPr lang="ru-RU" b="1" dirty="0"/>
              <a:t>Обязательные элементы:</a:t>
            </a:r>
            <a:endParaRPr lang="ru-RU" dirty="0"/>
          </a:p>
          <a:p>
            <a:r>
              <a:rPr lang="ru-RU" b="1" dirty="0"/>
              <a:t>Заголовок</a:t>
            </a:r>
            <a:r>
              <a:rPr lang="ru-RU" dirty="0"/>
              <a:t> — короткий и сильный</a:t>
            </a:r>
          </a:p>
          <a:p>
            <a:r>
              <a:rPr lang="ru-RU" i="1" dirty="0"/>
              <a:t>«Пицца за 15 минут или бесплатно»</a:t>
            </a:r>
            <a:endParaRPr lang="ru-RU" dirty="0"/>
          </a:p>
          <a:p>
            <a:r>
              <a:rPr lang="ru-RU" b="1" dirty="0"/>
              <a:t>Подзаголовок</a:t>
            </a:r>
            <a:r>
              <a:rPr lang="ru-RU" dirty="0"/>
              <a:t> — преимущество</a:t>
            </a:r>
          </a:p>
          <a:p>
            <a:r>
              <a:rPr lang="ru-RU" i="1" dirty="0"/>
              <a:t>«Свежие ингредиенты, двойная начинка, бесплатная доставка»</a:t>
            </a:r>
            <a:endParaRPr lang="ru-RU" dirty="0"/>
          </a:p>
          <a:p>
            <a:r>
              <a:rPr lang="ru-RU" b="1" dirty="0"/>
              <a:t>CTA-кнопка (Call </a:t>
            </a:r>
            <a:r>
              <a:rPr lang="ru-RU" b="1" dirty="0" err="1"/>
              <a:t>to</a:t>
            </a:r>
            <a:r>
              <a:rPr lang="ru-RU" b="1" dirty="0"/>
              <a:t> Action)</a:t>
            </a:r>
            <a:r>
              <a:rPr lang="ru-RU" dirty="0"/>
              <a:t> — яркая, контрастная</a:t>
            </a:r>
          </a:p>
          <a:p>
            <a:r>
              <a:rPr lang="ru-RU" i="1" dirty="0"/>
              <a:t>«Заказать сейчас»</a:t>
            </a:r>
            <a:r>
              <a:rPr lang="ru-RU" dirty="0"/>
              <a:t> или </a:t>
            </a:r>
            <a:r>
              <a:rPr lang="ru-RU" i="1" dirty="0"/>
              <a:t>«Собрать пиццу»</a:t>
            </a:r>
            <a:endParaRPr lang="ru-RU" dirty="0"/>
          </a:p>
          <a:p>
            <a:r>
              <a:rPr lang="ru-RU" b="1" dirty="0"/>
              <a:t>Фоновое фото</a:t>
            </a:r>
            <a:r>
              <a:rPr lang="ru-RU" dirty="0"/>
              <a:t> — сочная пицца или процесс приготовления</a:t>
            </a:r>
          </a:p>
          <a:p>
            <a:r>
              <a:rPr lang="ru-RU" b="1" dirty="0"/>
              <a:t>Золотое правило:</a:t>
            </a:r>
            <a:br>
              <a:rPr lang="ru-RU" dirty="0"/>
            </a:br>
            <a:r>
              <a:rPr lang="ru-RU" dirty="0"/>
              <a:t>Пользователь должен понять, куда он попал и что делать, за 3 секунды.</a:t>
            </a:r>
          </a:p>
          <a:p>
            <a:r>
              <a:rPr lang="ru-RU" b="1" dirty="0"/>
              <a:t>Визуал:</a:t>
            </a:r>
            <a:r>
              <a:rPr lang="ru-RU" dirty="0"/>
              <a:t> Пример герой-секции с подписанными элементами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140028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</TotalTime>
  <Words>481</Words>
  <Application>Microsoft Office PowerPoint</Application>
  <PresentationFormat>Широкоэкранный</PresentationFormat>
  <Paragraphs>64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Аспект</vt:lpstr>
      <vt:lpstr>ВЕБ-ИНТЕРФЕЙС </vt:lpstr>
      <vt:lpstr> Зачем пиццерии сайт   </vt:lpstr>
      <vt:lpstr>Структура главной страницы   </vt:lpstr>
      <vt:lpstr> Технические параметры макета  </vt:lpstr>
      <vt:lpstr> Шапка сайта (header)   </vt:lpstr>
      <vt:lpstr>Герой-секция (hero section)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Tasya Sosina</dc:creator>
  <cp:lastModifiedBy>Tasya Sosina</cp:lastModifiedBy>
  <cp:revision>13</cp:revision>
  <dcterms:created xsi:type="dcterms:W3CDTF">2026-06-03T21:40:07Z</dcterms:created>
  <dcterms:modified xsi:type="dcterms:W3CDTF">2026-06-03T21:55:21Z</dcterms:modified>
</cp:coreProperties>
</file>
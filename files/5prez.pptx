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0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40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475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355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563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895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325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49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444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9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296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1268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476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7982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878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631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57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6561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CF278B-5D2F-29D9-7E4D-B66316CC0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9011" y="2315324"/>
            <a:ext cx="7766936" cy="164630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 МОКАПЫ И ПОРТФОЛИО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6D1B8B-135B-9B68-35C3-61470D0AB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4267" y="4061984"/>
            <a:ext cx="7766936" cy="1096899"/>
          </a:xfrm>
        </p:spPr>
        <p:txBody>
          <a:bodyPr/>
          <a:lstStyle/>
          <a:p>
            <a:r>
              <a:rPr lang="ru-RU" dirty="0"/>
              <a:t>Визуализация дизайна + упаковка в портфолио для реальных заказов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35265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CF654-2561-0FF6-5C3A-BEC5E4949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Что такое </a:t>
            </a:r>
            <a:r>
              <a:rPr lang="ru-RU" b="1" dirty="0" err="1"/>
              <a:t>мокап</a:t>
            </a: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574C3F-36E2-E495-E598-481A9C463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0000"/>
            <a:ext cx="10515600" cy="4351338"/>
          </a:xfrm>
        </p:spPr>
        <p:txBody>
          <a:bodyPr>
            <a:noAutofit/>
          </a:bodyPr>
          <a:lstStyle/>
          <a:p>
            <a:r>
              <a:rPr lang="ru-RU" sz="1600" dirty="0"/>
              <a:t>Заголовок: Дизайн в реальной жизни</a:t>
            </a:r>
          </a:p>
          <a:p>
            <a:endParaRPr lang="ru-RU" sz="1600" dirty="0"/>
          </a:p>
          <a:p>
            <a:r>
              <a:rPr lang="ru-RU" sz="1600" dirty="0" err="1"/>
              <a:t>Мокап</a:t>
            </a:r>
            <a:r>
              <a:rPr lang="ru-RU" sz="1600" dirty="0"/>
              <a:t> (</a:t>
            </a:r>
            <a:r>
              <a:rPr lang="ru-RU" sz="1600" dirty="0" err="1"/>
              <a:t>mockup</a:t>
            </a:r>
            <a:r>
              <a:rPr lang="ru-RU" sz="1600" dirty="0"/>
              <a:t>) — реалистичная 3D-визуализация вашего дизайна на реальном объекте.</a:t>
            </a:r>
          </a:p>
          <a:p>
            <a:endParaRPr lang="ru-RU" sz="1600" dirty="0"/>
          </a:p>
          <a:p>
            <a:r>
              <a:rPr lang="ru-RU" sz="1600" dirty="0"/>
              <a:t>Зачем нужен </a:t>
            </a:r>
            <a:r>
              <a:rPr lang="ru-RU" sz="1600" dirty="0" err="1"/>
              <a:t>мокап</a:t>
            </a:r>
            <a:r>
              <a:rPr lang="ru-RU" sz="1600" dirty="0"/>
              <a:t>:</a:t>
            </a:r>
          </a:p>
          <a:p>
            <a:endParaRPr lang="ru-RU" sz="1600" dirty="0"/>
          </a:p>
          <a:p>
            <a:r>
              <a:rPr lang="ru-RU" sz="1600" dirty="0"/>
              <a:t>Задача	Почему важно</a:t>
            </a:r>
          </a:p>
          <a:p>
            <a:r>
              <a:rPr lang="ru-RU" sz="1600" dirty="0"/>
              <a:t>Показать дизайн в контексте	Клиент видит, как будет выглядеть в жизни</a:t>
            </a:r>
          </a:p>
          <a:p>
            <a:r>
              <a:rPr lang="ru-RU" sz="1600" dirty="0"/>
              <a:t>Профессиональная подача	Выглядит дорого и убедительно</a:t>
            </a:r>
          </a:p>
          <a:p>
            <a:r>
              <a:rPr lang="ru-RU" sz="1600" dirty="0"/>
              <a:t>Для портфолио	Рекрутеры любят реалистичные презентации</a:t>
            </a:r>
          </a:p>
          <a:p>
            <a:r>
              <a:rPr lang="ru-RU" sz="1600" dirty="0"/>
              <a:t>Проверить масштаб	Видно, не слишком ли мелкий текст</a:t>
            </a:r>
          </a:p>
          <a:p>
            <a:r>
              <a:rPr lang="ru-RU" sz="1600" dirty="0"/>
              <a:t>Визуал: Плоский макет (слева) и </a:t>
            </a:r>
            <a:r>
              <a:rPr lang="ru-RU" sz="1600" dirty="0" err="1"/>
              <a:t>мокап</a:t>
            </a:r>
            <a:r>
              <a:rPr lang="ru-RU" sz="1600" dirty="0"/>
              <a:t> (справа) — разница очевидна</a:t>
            </a:r>
          </a:p>
        </p:txBody>
      </p:sp>
    </p:spTree>
    <p:extLst>
      <p:ext uri="{BB962C8B-B14F-4D97-AF65-F5344CB8AC3E}">
        <p14:creationId xmlns:p14="http://schemas.microsoft.com/office/powerpoint/2010/main" val="3252845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CBECFB-B812-2130-1B01-A742FE2C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Где искать </a:t>
            </a:r>
            <a:r>
              <a:rPr lang="en-US" b="1" dirty="0"/>
              <a:t>PSD-</a:t>
            </a:r>
            <a:r>
              <a:rPr lang="ru-RU" b="1" dirty="0" err="1"/>
              <a:t>мокапы</a:t>
            </a: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FC42D6-4507-3700-A2B8-028122B12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5055"/>
            <a:ext cx="8596668" cy="463630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Бесплатные и платные источники</a:t>
            </a:r>
          </a:p>
          <a:p>
            <a:r>
              <a:rPr lang="ru-RU" dirty="0"/>
              <a:t>Источник	Цена	Особенность</a:t>
            </a:r>
          </a:p>
          <a:p>
            <a:r>
              <a:rPr lang="ru-RU" dirty="0" err="1"/>
              <a:t>Freepik</a:t>
            </a:r>
            <a:r>
              <a:rPr lang="ru-RU" dirty="0"/>
              <a:t>	Бесплатно / Premium	Огромный выбор, есть </a:t>
            </a:r>
            <a:r>
              <a:rPr lang="ru-RU" dirty="0" err="1"/>
              <a:t>пиццерийные</a:t>
            </a:r>
            <a:endParaRPr lang="ru-RU" dirty="0"/>
          </a:p>
          <a:p>
            <a:r>
              <a:rPr lang="ru-RU" dirty="0" err="1"/>
              <a:t>Mockup</a:t>
            </a:r>
            <a:r>
              <a:rPr lang="ru-RU" dirty="0"/>
              <a:t> World	Бесплатно	Без регистрации, качественная подборка</a:t>
            </a:r>
          </a:p>
          <a:p>
            <a:r>
              <a:rPr lang="ru-RU" dirty="0" err="1"/>
              <a:t>Pixeden</a:t>
            </a:r>
            <a:r>
              <a:rPr lang="ru-RU" dirty="0"/>
              <a:t>	Бесплатно / Premium	Высокое разрешение</a:t>
            </a:r>
          </a:p>
          <a:p>
            <a:r>
              <a:rPr lang="ru-RU" dirty="0" err="1"/>
              <a:t>Behance</a:t>
            </a:r>
            <a:r>
              <a:rPr lang="ru-RU" dirty="0"/>
              <a:t>	Бесплатно	Дизайнеры выкладывают свои </a:t>
            </a:r>
            <a:r>
              <a:rPr lang="ru-RU" dirty="0" err="1"/>
              <a:t>мокапы</a:t>
            </a:r>
            <a:endParaRPr lang="ru-RU" dirty="0"/>
          </a:p>
          <a:p>
            <a:r>
              <a:rPr lang="ru-RU" dirty="0" err="1"/>
              <a:t>Envato</a:t>
            </a:r>
            <a:r>
              <a:rPr lang="ru-RU" dirty="0"/>
              <a:t> Elements	Подписка	Огромная библиотека</a:t>
            </a:r>
          </a:p>
          <a:p>
            <a:r>
              <a:rPr lang="ru-RU" dirty="0"/>
              <a:t>Creative Market	Поштучно	Уникальные авторские</a:t>
            </a:r>
          </a:p>
          <a:p>
            <a:r>
              <a:rPr lang="ru-RU" dirty="0"/>
              <a:t>Для «</a:t>
            </a:r>
            <a:r>
              <a:rPr lang="ru-RU" dirty="0" err="1"/>
              <a:t>Пиццарай</a:t>
            </a:r>
            <a:r>
              <a:rPr lang="ru-RU" dirty="0"/>
              <a:t>» нужны:</a:t>
            </a:r>
          </a:p>
          <a:p>
            <a:r>
              <a:rPr lang="ru-RU" dirty="0" err="1"/>
              <a:t>Мокап</a:t>
            </a:r>
            <a:r>
              <a:rPr lang="ru-RU" dirty="0"/>
              <a:t> флаера A5</a:t>
            </a:r>
          </a:p>
          <a:p>
            <a:r>
              <a:rPr lang="ru-RU" dirty="0" err="1"/>
              <a:t>Мокап</a:t>
            </a:r>
            <a:r>
              <a:rPr lang="ru-RU" dirty="0"/>
              <a:t> телефона (для сайта)</a:t>
            </a:r>
          </a:p>
          <a:p>
            <a:r>
              <a:rPr lang="ru-RU" dirty="0" err="1"/>
              <a:t>Мокап</a:t>
            </a:r>
            <a:r>
              <a:rPr lang="ru-RU" dirty="0"/>
              <a:t> коробки для пиццы</a:t>
            </a:r>
          </a:p>
          <a:p>
            <a:r>
              <a:rPr lang="ru-RU" dirty="0"/>
              <a:t>Визуал: Логотипы 6 сервисов</a:t>
            </a:r>
          </a:p>
        </p:txBody>
      </p:sp>
    </p:spTree>
    <p:extLst>
      <p:ext uri="{BB962C8B-B14F-4D97-AF65-F5344CB8AC3E}">
        <p14:creationId xmlns:p14="http://schemas.microsoft.com/office/powerpoint/2010/main" val="86165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2D9EEE-4585-0324-A296-4248719C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 Как вставить дизайн через Smart Object</a:t>
            </a: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D49BA-2E98-6340-52B3-493419B20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82391"/>
            <a:ext cx="8596668" cy="472551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Заголовок: Главный навык работы с </a:t>
            </a:r>
            <a:r>
              <a:rPr lang="ru-RU" dirty="0" err="1"/>
              <a:t>мокапами</a:t>
            </a:r>
            <a:endParaRPr lang="ru-RU" dirty="0"/>
          </a:p>
          <a:p>
            <a:r>
              <a:rPr lang="ru-RU" dirty="0"/>
              <a:t>Пошаговая инструкция (Photoshop):</a:t>
            </a:r>
          </a:p>
          <a:p>
            <a:r>
              <a:rPr lang="ru-RU" dirty="0"/>
              <a:t>Шаг	Действие</a:t>
            </a:r>
          </a:p>
          <a:p>
            <a:r>
              <a:rPr lang="ru-RU" dirty="0"/>
              <a:t>1	Открыть PSD-файл </a:t>
            </a:r>
            <a:r>
              <a:rPr lang="ru-RU" dirty="0" err="1"/>
              <a:t>мокапа</a:t>
            </a:r>
            <a:endParaRPr lang="ru-RU" dirty="0"/>
          </a:p>
          <a:p>
            <a:r>
              <a:rPr lang="ru-RU" dirty="0"/>
              <a:t>2	Найти слой «Your Design </a:t>
            </a:r>
            <a:r>
              <a:rPr lang="ru-RU" dirty="0" err="1"/>
              <a:t>Here</a:t>
            </a:r>
            <a:r>
              <a:rPr lang="ru-RU" dirty="0"/>
              <a:t>» или «Smart Object»</a:t>
            </a:r>
          </a:p>
          <a:p>
            <a:r>
              <a:rPr lang="ru-RU" dirty="0"/>
              <a:t>3	Дважды кликнуть по иконке смарт-объекта</a:t>
            </a:r>
          </a:p>
          <a:p>
            <a:r>
              <a:rPr lang="ru-RU" dirty="0"/>
              <a:t>4	Вставить свой дизайн (флаер, скриншот сайта)</a:t>
            </a:r>
          </a:p>
          <a:p>
            <a:r>
              <a:rPr lang="ru-RU" dirty="0"/>
              <a:t>5	Сохранить (Ctrl + S) и закрыть вкладку</a:t>
            </a:r>
          </a:p>
          <a:p>
            <a:r>
              <a:rPr lang="ru-RU" dirty="0"/>
              <a:t>6	Дизайн автоматически наложится с перспективой и тенями</a:t>
            </a:r>
          </a:p>
          <a:p>
            <a:r>
              <a:rPr lang="ru-RU" dirty="0"/>
              <a:t>Совет:</a:t>
            </a:r>
          </a:p>
          <a:p>
            <a:r>
              <a:rPr lang="ru-RU" dirty="0"/>
              <a:t>Дизайн должен быть по размеру смарт-объекта (иногда его нужно уменьшить).</a:t>
            </a:r>
          </a:p>
          <a:p>
            <a:r>
              <a:rPr lang="ru-RU" dirty="0"/>
              <a:t>Визуал: Скриншот со стрелкой на смарт-объект</a:t>
            </a:r>
          </a:p>
        </p:txBody>
      </p:sp>
    </p:spTree>
    <p:extLst>
      <p:ext uri="{BB962C8B-B14F-4D97-AF65-F5344CB8AC3E}">
        <p14:creationId xmlns:p14="http://schemas.microsoft.com/office/powerpoint/2010/main" val="223089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2D056-61D7-9903-1964-4E41A6429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 Три </a:t>
            </a:r>
            <a:r>
              <a:rPr lang="ru-RU" b="1" dirty="0" err="1"/>
              <a:t>мокапа</a:t>
            </a:r>
            <a:r>
              <a:rPr lang="ru-RU" b="1" dirty="0"/>
              <a:t> для проекта «</a:t>
            </a:r>
            <a:r>
              <a:rPr lang="ru-RU" b="1" dirty="0" err="1"/>
              <a:t>Пиццарай</a:t>
            </a:r>
            <a:r>
              <a:rPr lang="ru-RU" b="1" dirty="0"/>
              <a:t>»</a:t>
            </a:r>
            <a:br>
              <a:rPr lang="ru-RU" b="1" dirty="0"/>
            </a:br>
            <a:br>
              <a:rPr lang="en-US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9812B7-B2CF-1B77-FB19-1D79974A2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Заголовок: Какие </a:t>
            </a:r>
            <a:r>
              <a:rPr lang="ru-RU" b="1" dirty="0" err="1"/>
              <a:t>мокапы</a:t>
            </a:r>
            <a:r>
              <a:rPr lang="ru-RU" b="1" dirty="0"/>
              <a:t> сделать в уроке 4</a:t>
            </a:r>
          </a:p>
          <a:p>
            <a:endParaRPr lang="ru-RU" b="1" dirty="0"/>
          </a:p>
          <a:p>
            <a:r>
              <a:rPr lang="ru-RU" b="1" dirty="0"/>
              <a:t>Тип </a:t>
            </a:r>
            <a:r>
              <a:rPr lang="ru-RU" b="1" dirty="0" err="1"/>
              <a:t>мокапа</a:t>
            </a:r>
            <a:r>
              <a:rPr lang="ru-RU" b="1" dirty="0"/>
              <a:t>	Что вставляем	Где использовать</a:t>
            </a:r>
          </a:p>
          <a:p>
            <a:r>
              <a:rPr lang="ru-RU" b="1" dirty="0"/>
              <a:t>📄 Флаер A5	Дизайн из урока 1	Печатная реклама, портфолио</a:t>
            </a:r>
          </a:p>
          <a:p>
            <a:r>
              <a:rPr lang="ru-RU" b="1" dirty="0"/>
              <a:t>📱 Телефон	Макет сайта из урока 2	Показать мобильную версию</a:t>
            </a:r>
          </a:p>
          <a:p>
            <a:r>
              <a:rPr lang="ru-RU" b="1" dirty="0"/>
              <a:t>📦 Коробка пиццы	Логотип + паттерны	Брендинг упаковки</a:t>
            </a:r>
          </a:p>
          <a:p>
            <a:r>
              <a:rPr lang="ru-RU" b="1" dirty="0"/>
              <a:t>Бонус:</a:t>
            </a:r>
          </a:p>
          <a:p>
            <a:r>
              <a:rPr lang="ru-RU" b="1" dirty="0"/>
              <a:t>Плакат/коллаж из урока 3 можно вставить в </a:t>
            </a:r>
            <a:r>
              <a:rPr lang="ru-RU" b="1" dirty="0" err="1"/>
              <a:t>мокап</a:t>
            </a:r>
            <a:r>
              <a:rPr lang="ru-RU" b="1" dirty="0"/>
              <a:t> рамки на стене.</a:t>
            </a:r>
          </a:p>
          <a:p>
            <a:endParaRPr lang="ru-RU" b="1" dirty="0"/>
          </a:p>
          <a:p>
            <a:r>
              <a:rPr lang="ru-RU" b="1" dirty="0"/>
              <a:t>Визуал: Три крупные иконки с маленькими превью </a:t>
            </a:r>
            <a:r>
              <a:rPr lang="ru-RU" b="1" dirty="0" err="1"/>
              <a:t>мокапов</a:t>
            </a:r>
            <a:endParaRPr lang="ru-RU" b="1" dirty="0"/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705459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D61293-4E64-D703-6533-0E48BE67F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/>
              <a:t> Структура презентации проекта</a:t>
            </a:r>
            <a:br>
              <a:rPr lang="ru-RU" b="1"/>
            </a:br>
            <a:br>
              <a:rPr lang="en-US" b="1" dirty="0"/>
            </a:br>
            <a:br>
              <a:rPr lang="en-US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AD9C39-FDA2-1B9F-25AC-BF4AE4623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Заголовок:</a:t>
            </a:r>
            <a:r>
              <a:rPr lang="ru-RU" dirty="0"/>
              <a:t> Автоматическая заливка с умом</a:t>
            </a:r>
          </a:p>
          <a:p>
            <a:r>
              <a:rPr lang="ru-RU" b="1" dirty="0"/>
              <a:t>Где найти:</a:t>
            </a:r>
            <a:br>
              <a:rPr lang="ru-RU" dirty="0"/>
            </a:br>
            <a:r>
              <a:rPr lang="ru-RU" dirty="0"/>
              <a:t>Выделить область → </a:t>
            </a:r>
            <a:r>
              <a:rPr lang="ru-RU" dirty="0" err="1"/>
              <a:t>Edit</a:t>
            </a:r>
            <a:r>
              <a:rPr lang="ru-RU" dirty="0"/>
              <a:t> → </a:t>
            </a:r>
            <a:r>
              <a:rPr lang="ru-RU" dirty="0" err="1"/>
              <a:t>Fill</a:t>
            </a:r>
            <a:r>
              <a:rPr lang="ru-RU" dirty="0"/>
              <a:t> → Content-</a:t>
            </a:r>
            <a:r>
              <a:rPr lang="ru-RU" dirty="0" err="1"/>
              <a:t>Aware</a:t>
            </a:r>
            <a:r>
              <a:rPr lang="ru-RU" dirty="0"/>
              <a:t> (или Shift + F5)</a:t>
            </a:r>
          </a:p>
          <a:p>
            <a:r>
              <a:rPr lang="ru-RU" b="1" dirty="0"/>
              <a:t>Как работает:</a:t>
            </a:r>
            <a:br>
              <a:rPr lang="ru-RU" dirty="0"/>
            </a:br>
            <a:r>
              <a:rPr lang="ru-RU" dirty="0"/>
              <a:t>Photoshop сам заполняет выделенную область подходящей текстурой.</a:t>
            </a:r>
          </a:p>
          <a:p>
            <a:r>
              <a:rPr lang="ru-RU" b="1" dirty="0"/>
              <a:t>Применение к пицце:</a:t>
            </a:r>
            <a:endParaRPr lang="ru-RU" dirty="0"/>
          </a:p>
          <a:p>
            <a:r>
              <a:rPr lang="ru-RU" dirty="0"/>
              <a:t>Удалить логотип или надпись на фоне</a:t>
            </a:r>
          </a:p>
          <a:p>
            <a:r>
              <a:rPr lang="ru-RU" dirty="0"/>
              <a:t>Очистить стол от лишних предметов</a:t>
            </a:r>
          </a:p>
          <a:p>
            <a:r>
              <a:rPr lang="ru-RU" dirty="0"/>
              <a:t>Убрать людей с заднего плана</a:t>
            </a:r>
          </a:p>
          <a:p>
            <a:r>
              <a:rPr lang="ru-RU" b="1" dirty="0"/>
              <a:t>Ограничение:</a:t>
            </a:r>
            <a:br>
              <a:rPr lang="ru-RU" dirty="0"/>
            </a:br>
            <a:r>
              <a:rPr lang="ru-RU" dirty="0"/>
              <a:t>Не идеален для сложных текстур (например, пузырчатый сыр). Там нужен </a:t>
            </a:r>
            <a:r>
              <a:rPr lang="ru-RU" dirty="0" err="1"/>
              <a:t>Clone</a:t>
            </a:r>
            <a:r>
              <a:rPr lang="ru-RU" dirty="0"/>
              <a:t> </a:t>
            </a:r>
            <a:r>
              <a:rPr lang="ru-RU" dirty="0" err="1"/>
              <a:t>Stamp</a:t>
            </a:r>
            <a:r>
              <a:rPr lang="ru-RU" dirty="0"/>
              <a:t>.</a:t>
            </a:r>
          </a:p>
          <a:p>
            <a:r>
              <a:rPr lang="ru-RU" b="1" dirty="0"/>
              <a:t>Визуал:</a:t>
            </a:r>
            <a:r>
              <a:rPr lang="ru-RU" dirty="0"/>
              <a:t> Скриншот меню + пример: объект выделен → исчез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140028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</TotalTime>
  <Words>479</Words>
  <Application>Microsoft Office PowerPoint</Application>
  <PresentationFormat>Широкоэкранный</PresentationFormat>
  <Paragraphs>63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Аспект</vt:lpstr>
      <vt:lpstr> МОКАПЫ И ПОРТФОЛИО</vt:lpstr>
      <vt:lpstr>Что такое мокап     </vt:lpstr>
      <vt:lpstr>Где искать PSD-мокапы     </vt:lpstr>
      <vt:lpstr> Как вставить дизайн через Smart Object   </vt:lpstr>
      <vt:lpstr> Три мокапа для проекта «Пиццарай»    </vt:lpstr>
      <vt:lpstr> Структура презентации проекта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Tasya Sosina</dc:creator>
  <cp:lastModifiedBy>Tasya Sosina</cp:lastModifiedBy>
  <cp:revision>20</cp:revision>
  <dcterms:created xsi:type="dcterms:W3CDTF">2026-06-03T21:40:07Z</dcterms:created>
  <dcterms:modified xsi:type="dcterms:W3CDTF">2026-06-03T22:02:51Z</dcterms:modified>
</cp:coreProperties>
</file>
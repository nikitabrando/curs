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60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5400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8475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7355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563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0895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0325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49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444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92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296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41268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3476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7982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88789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6313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6575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7C9DD4-5E3D-4EEF-AE52-77ECB8CCA30C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A8C83D7-C5B1-4E47-BBE6-78A5F6170D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36561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leonardo.ai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CF278B-5D2F-29D9-7E4D-B66316CC0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9011" y="2315324"/>
            <a:ext cx="7766936" cy="164630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ФЛАЕР И КОМПОЗИЦИЯ</a:t>
            </a:r>
            <a:br>
              <a:rPr lang="ru-RU" b="1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E6D1B8B-135B-9B68-35C3-61470D0AB4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b="1" dirty="0"/>
              <a:t>(Расширенная версия. Дизайн для пиццерии «</a:t>
            </a:r>
            <a:r>
              <a:rPr lang="ru-RU" b="1" dirty="0" err="1"/>
              <a:t>Пиццарай</a:t>
            </a:r>
            <a:r>
              <a:rPr lang="ru-RU" b="1" dirty="0"/>
              <a:t>»)</a:t>
            </a:r>
          </a:p>
        </p:txBody>
      </p:sp>
    </p:spTree>
    <p:extLst>
      <p:ext uri="{BB962C8B-B14F-4D97-AF65-F5344CB8AC3E}">
        <p14:creationId xmlns:p14="http://schemas.microsoft.com/office/powerpoint/2010/main" val="335265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6CF654-2561-0FF6-5C3A-BEC5E4949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 Зачем пиццерии флаер</a:t>
            </a:r>
            <a:br>
              <a:rPr lang="ru-RU" b="1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574C3F-36E2-E495-E598-481A9C463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123"/>
            <a:ext cx="10515600" cy="4351338"/>
          </a:xfrm>
        </p:spPr>
        <p:txBody>
          <a:bodyPr>
            <a:noAutofit/>
          </a:bodyPr>
          <a:lstStyle/>
          <a:p>
            <a:r>
              <a:rPr lang="ru-RU" sz="1600" dirty="0"/>
              <a:t>Заголовок: Печатная реклама до сих пор работает</a:t>
            </a:r>
          </a:p>
          <a:p>
            <a:endParaRPr lang="ru-RU" sz="1600" dirty="0"/>
          </a:p>
          <a:p>
            <a:r>
              <a:rPr lang="ru-RU" sz="1600" dirty="0"/>
              <a:t>Задача флаера	Как помогает бизнесу</a:t>
            </a:r>
          </a:p>
          <a:p>
            <a:r>
              <a:rPr lang="ru-RU" sz="1600" dirty="0"/>
              <a:t>Привлечь новых клиентов	Раздача у метро, вставка в почтовые ящики</a:t>
            </a:r>
          </a:p>
          <a:p>
            <a:r>
              <a:rPr lang="ru-RU" sz="1600" dirty="0"/>
              <a:t>Сообщить об акции	«Пицца в подарок при первом заказе»</a:t>
            </a:r>
          </a:p>
          <a:p>
            <a:r>
              <a:rPr lang="ru-RU" sz="1600" dirty="0"/>
              <a:t>Напомнить о себе	Логотип и телефон всегда под рукой</a:t>
            </a:r>
          </a:p>
          <a:p>
            <a:r>
              <a:rPr lang="ru-RU" sz="1600" dirty="0"/>
              <a:t>Привести на сайт	QR-код ведёт на меню или приложение</a:t>
            </a:r>
          </a:p>
          <a:p>
            <a:r>
              <a:rPr lang="ru-RU" sz="1600" dirty="0"/>
              <a:t>Пример для «</a:t>
            </a:r>
            <a:r>
              <a:rPr lang="ru-RU" sz="1600" dirty="0" err="1"/>
              <a:t>Пиццарай</a:t>
            </a:r>
            <a:r>
              <a:rPr lang="ru-RU" sz="1600" dirty="0"/>
              <a:t>»:</a:t>
            </a:r>
          </a:p>
          <a:p>
            <a:r>
              <a:rPr lang="ru-RU" sz="1600" dirty="0"/>
              <a:t>Флаер даёт скидку 20% по промокоду PIZZARAY20.</a:t>
            </a:r>
          </a:p>
          <a:p>
            <a:endParaRPr lang="ru-RU" sz="1600" dirty="0"/>
          </a:p>
          <a:p>
            <a:r>
              <a:rPr lang="ru-RU" sz="1600" dirty="0"/>
              <a:t>Визуал: Инфографика — флаер и четыре стрелки к плюсам (новые клиенты, акция, напоминание, QR-код)</a:t>
            </a:r>
          </a:p>
        </p:txBody>
      </p:sp>
    </p:spTree>
    <p:extLst>
      <p:ext uri="{BB962C8B-B14F-4D97-AF65-F5344CB8AC3E}">
        <p14:creationId xmlns:p14="http://schemas.microsoft.com/office/powerpoint/2010/main" val="3252845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CBECFB-B812-2130-1B01-A742FE2C2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Технические параметры (перед печатью)</a:t>
            </a:r>
            <a:br>
              <a:rPr lang="ru-RU" b="1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FC42D6-4507-3700-A2B8-028122B12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Заголовок: Настройки документа — 80% успеха</a:t>
            </a:r>
          </a:p>
          <a:p>
            <a:endParaRPr lang="ru-RU" dirty="0"/>
          </a:p>
          <a:p>
            <a:r>
              <a:rPr lang="ru-RU" dirty="0"/>
              <a:t>Параметр	Значение	Почему</a:t>
            </a:r>
          </a:p>
          <a:p>
            <a:r>
              <a:rPr lang="ru-RU" dirty="0"/>
              <a:t>Формат	A5 (148×210 мм)	Помещается в руку, легко читается</a:t>
            </a:r>
          </a:p>
          <a:p>
            <a:r>
              <a:rPr lang="ru-RU" dirty="0"/>
              <a:t>Вылеты (</a:t>
            </a:r>
            <a:r>
              <a:rPr lang="ru-RU" dirty="0" err="1"/>
              <a:t>Bleed</a:t>
            </a:r>
            <a:r>
              <a:rPr lang="ru-RU" dirty="0"/>
              <a:t>)	3 мм	Чтобы после обрезки не было белых полей</a:t>
            </a:r>
          </a:p>
          <a:p>
            <a:r>
              <a:rPr lang="ru-RU" dirty="0"/>
              <a:t>Цветовая модель	CMYK	Печатные машины работают в CMYK</a:t>
            </a:r>
          </a:p>
          <a:p>
            <a:r>
              <a:rPr lang="ru-RU" dirty="0"/>
              <a:t>Разрешение	300 </a:t>
            </a:r>
            <a:r>
              <a:rPr lang="ru-RU" dirty="0" err="1"/>
              <a:t>dpi</a:t>
            </a:r>
            <a:r>
              <a:rPr lang="ru-RU" dirty="0"/>
              <a:t>	Для чёткой печати</a:t>
            </a:r>
          </a:p>
          <a:p>
            <a:r>
              <a:rPr lang="ru-RU" dirty="0"/>
              <a:t>Отступы от края	минимум 5 мм	Текст не обрежется</a:t>
            </a:r>
          </a:p>
          <a:p>
            <a:r>
              <a:rPr lang="ru-RU" dirty="0"/>
              <a:t>Визуал: Схема A5 с красными линиями вылетов и внутренними отступами</a:t>
            </a:r>
          </a:p>
        </p:txBody>
      </p:sp>
    </p:spTree>
    <p:extLst>
      <p:ext uri="{BB962C8B-B14F-4D97-AF65-F5344CB8AC3E}">
        <p14:creationId xmlns:p14="http://schemas.microsoft.com/office/powerpoint/2010/main" val="861654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2D9EEE-4585-0324-A296-4248719C7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 Виды композиции во флаере</a:t>
            </a:r>
            <a:br>
              <a:rPr lang="ru-RU" b="1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BD49BA-2E98-6340-52B3-493419B20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Заголовок: Как организовать элементы</a:t>
            </a:r>
          </a:p>
          <a:p>
            <a:endParaRPr lang="ru-RU" dirty="0"/>
          </a:p>
          <a:p>
            <a:r>
              <a:rPr lang="ru-RU" dirty="0"/>
              <a:t>Тип композиции	Описание	Когда использовать</a:t>
            </a:r>
          </a:p>
          <a:p>
            <a:r>
              <a:rPr lang="ru-RU" dirty="0"/>
              <a:t>Симметричная	Зеркальное отражение	Строгие, официальные бренды</a:t>
            </a:r>
          </a:p>
          <a:p>
            <a:r>
              <a:rPr lang="ru-RU" dirty="0"/>
              <a:t>Асимметричная	Разные по весу блоки	Динамичные, молодёжные бренды</a:t>
            </a:r>
          </a:p>
          <a:p>
            <a:r>
              <a:rPr lang="ru-RU" dirty="0"/>
              <a:t>Модульная сетка	Разбивка на колонки	Универсально, профессионально</a:t>
            </a:r>
          </a:p>
          <a:p>
            <a:r>
              <a:rPr lang="ru-RU" dirty="0"/>
              <a:t>Сетка из трёх колонок	3 вертикальные колонки	Рекомендуется для A5</a:t>
            </a:r>
          </a:p>
          <a:p>
            <a:r>
              <a:rPr lang="ru-RU" dirty="0"/>
              <a:t>Выбор для «</a:t>
            </a:r>
            <a:r>
              <a:rPr lang="ru-RU" dirty="0" err="1"/>
              <a:t>Пиццарай</a:t>
            </a:r>
            <a:r>
              <a:rPr lang="ru-RU" dirty="0"/>
              <a:t>»:</a:t>
            </a:r>
          </a:p>
          <a:p>
            <a:r>
              <a:rPr lang="ru-RU" dirty="0"/>
              <a:t>Модульная сетка из трёх колонок + асимметрия (логотип слева, фото пиццы — центральная колонка, кнопка — справа).</a:t>
            </a:r>
          </a:p>
          <a:p>
            <a:endParaRPr lang="ru-RU" dirty="0"/>
          </a:p>
          <a:p>
            <a:r>
              <a:rPr lang="ru-RU" dirty="0"/>
              <a:t>Визуал: Схема с тремя колонками, где показано, какой элемент куда попадает</a:t>
            </a:r>
          </a:p>
        </p:txBody>
      </p:sp>
    </p:spTree>
    <p:extLst>
      <p:ext uri="{BB962C8B-B14F-4D97-AF65-F5344CB8AC3E}">
        <p14:creationId xmlns:p14="http://schemas.microsoft.com/office/powerpoint/2010/main" val="2230899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42D056-61D7-9903-1964-4E41A6429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 Построение модульной сетки</a:t>
            </a:r>
            <a:br>
              <a:rPr lang="ru-RU" b="1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9812B7-B2CF-1B77-FB19-1D79974A2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Заголовок:</a:t>
            </a:r>
            <a:r>
              <a:rPr lang="ru-RU" dirty="0"/>
              <a:t> Шаг за шагом в </a:t>
            </a:r>
            <a:r>
              <a:rPr lang="ru-RU" dirty="0" err="1"/>
              <a:t>Figma</a:t>
            </a:r>
            <a:r>
              <a:rPr lang="ru-RU" dirty="0"/>
              <a:t> / Photoshop / </a:t>
            </a:r>
            <a:r>
              <a:rPr lang="ru-RU" dirty="0" err="1"/>
              <a:t>Illustrator</a:t>
            </a:r>
            <a:endParaRPr lang="ru-RU" dirty="0"/>
          </a:p>
          <a:p>
            <a:r>
              <a:rPr lang="ru-RU" dirty="0"/>
              <a:t>Создать документ A5 (148×210 мм)</a:t>
            </a:r>
          </a:p>
          <a:p>
            <a:r>
              <a:rPr lang="ru-RU" dirty="0"/>
              <a:t>Добавить направляющие на расстоянии </a:t>
            </a:r>
            <a:r>
              <a:rPr lang="ru-RU" b="1" dirty="0"/>
              <a:t>5 мм</a:t>
            </a:r>
            <a:r>
              <a:rPr lang="ru-RU" dirty="0"/>
              <a:t> от краёв (безопасная зона)</a:t>
            </a:r>
          </a:p>
          <a:p>
            <a:r>
              <a:rPr lang="ru-RU" dirty="0"/>
              <a:t>Разделить ширину на </a:t>
            </a:r>
            <a:r>
              <a:rPr lang="ru-RU" b="1" dirty="0"/>
              <a:t>3 колонки</a:t>
            </a:r>
            <a:endParaRPr lang="ru-RU" dirty="0"/>
          </a:p>
          <a:p>
            <a:r>
              <a:rPr lang="ru-RU" dirty="0"/>
              <a:t>Между колонками оставить </a:t>
            </a:r>
            <a:r>
              <a:rPr lang="ru-RU" b="1" dirty="0"/>
              <a:t>отступы (</a:t>
            </a:r>
            <a:r>
              <a:rPr lang="ru-RU" b="1" dirty="0" err="1"/>
              <a:t>gutter</a:t>
            </a:r>
            <a:r>
              <a:rPr lang="ru-RU" b="1" dirty="0"/>
              <a:t>)</a:t>
            </a:r>
            <a:r>
              <a:rPr lang="ru-RU" dirty="0"/>
              <a:t> ≈ 5–8 мм</a:t>
            </a:r>
          </a:p>
          <a:p>
            <a:r>
              <a:rPr lang="ru-RU" dirty="0"/>
              <a:t>Разместить логотип в </a:t>
            </a:r>
            <a:r>
              <a:rPr lang="ru-RU" b="1" dirty="0"/>
              <a:t>левой верхней колонке</a:t>
            </a:r>
            <a:endParaRPr lang="ru-RU" dirty="0"/>
          </a:p>
          <a:p>
            <a:r>
              <a:rPr lang="ru-RU" dirty="0"/>
              <a:t>Фото пиццы растянуть на </a:t>
            </a:r>
            <a:r>
              <a:rPr lang="ru-RU" b="1" dirty="0"/>
              <a:t>центральную и правую колонку</a:t>
            </a:r>
            <a:endParaRPr lang="ru-RU" dirty="0"/>
          </a:p>
          <a:p>
            <a:r>
              <a:rPr lang="ru-RU" b="1" dirty="0"/>
              <a:t>Готовая сетка:</a:t>
            </a:r>
            <a:br>
              <a:rPr lang="ru-RU" dirty="0"/>
            </a:br>
            <a:r>
              <a:rPr lang="ru-RU" dirty="0"/>
              <a:t>[Логотип] | [Фото пиццы] | [Фото пиццы]</a:t>
            </a:r>
            <a:br>
              <a:rPr lang="ru-RU" dirty="0"/>
            </a:br>
            <a:r>
              <a:rPr lang="ru-RU" dirty="0"/>
              <a:t>[Заголовок] | [QR-код] | [Кнопка]</a:t>
            </a:r>
          </a:p>
          <a:p>
            <a:r>
              <a:rPr lang="ru-RU" b="1" dirty="0"/>
              <a:t>Визуал:</a:t>
            </a:r>
            <a:r>
              <a:rPr lang="ru-RU" dirty="0"/>
              <a:t> Сетка с подписанными зонами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5459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D61293-4E64-D703-6533-0E48BE67F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 Наполнение флаера — иерархия</a:t>
            </a:r>
            <a:br>
              <a:rPr lang="ru-RU" b="1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AD9C39-FDA2-1B9F-25AC-BF4AE4623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/>
              <a:t>Заголовок:</a:t>
            </a:r>
            <a:r>
              <a:rPr lang="ru-RU" dirty="0"/>
              <a:t> Что видит глаз в первую очередь</a:t>
            </a:r>
          </a:p>
          <a:p>
            <a:r>
              <a:rPr lang="ru-RU" b="1" dirty="0"/>
              <a:t>Порядок внимания (по закону </a:t>
            </a:r>
            <a:r>
              <a:rPr lang="ru-RU" b="1" dirty="0" err="1"/>
              <a:t>Фиттса</a:t>
            </a:r>
            <a:r>
              <a:rPr lang="ru-RU" b="1" dirty="0"/>
              <a:t>):</a:t>
            </a:r>
            <a:endParaRPr lang="ru-RU" dirty="0"/>
          </a:p>
          <a:p>
            <a:r>
              <a:rPr lang="ru-RU" dirty="0"/>
              <a:t>🍕 </a:t>
            </a:r>
            <a:r>
              <a:rPr lang="ru-RU" b="1" dirty="0"/>
              <a:t>Фото пиццы</a:t>
            </a:r>
            <a:r>
              <a:rPr lang="ru-RU" dirty="0"/>
              <a:t> — центр внимания (крупное, сочное)</a:t>
            </a:r>
          </a:p>
          <a:p>
            <a:r>
              <a:rPr lang="ru-RU" dirty="0"/>
              <a:t>🔘 </a:t>
            </a:r>
            <a:r>
              <a:rPr lang="ru-RU" b="1" dirty="0"/>
              <a:t>Кнопка «Заказать»</a:t>
            </a:r>
            <a:r>
              <a:rPr lang="ru-RU" dirty="0"/>
              <a:t> — контрастный цвет</a:t>
            </a:r>
          </a:p>
          <a:p>
            <a:r>
              <a:rPr lang="ru-RU" dirty="0"/>
              <a:t>📢 </a:t>
            </a:r>
            <a:r>
              <a:rPr lang="ru-RU" b="1" dirty="0"/>
              <a:t>Заголовок</a:t>
            </a:r>
            <a:r>
              <a:rPr lang="ru-RU" dirty="0"/>
              <a:t> — акция или преимущество</a:t>
            </a:r>
          </a:p>
          <a:p>
            <a:r>
              <a:rPr lang="ru-RU" dirty="0"/>
              <a:t>🏷️ </a:t>
            </a:r>
            <a:r>
              <a:rPr lang="ru-RU" b="1" dirty="0"/>
              <a:t>Логотип</a:t>
            </a:r>
            <a:r>
              <a:rPr lang="ru-RU" dirty="0"/>
              <a:t> — идентификация бренда</a:t>
            </a:r>
          </a:p>
          <a:p>
            <a:r>
              <a:rPr lang="ru-RU" dirty="0"/>
              <a:t>📱 </a:t>
            </a:r>
            <a:r>
              <a:rPr lang="ru-RU" b="1" dirty="0"/>
              <a:t>QR-код</a:t>
            </a:r>
            <a:r>
              <a:rPr lang="ru-RU" dirty="0"/>
              <a:t> — для тех, кто хочет заказать онлайн</a:t>
            </a:r>
          </a:p>
          <a:p>
            <a:r>
              <a:rPr lang="ru-RU" b="1" dirty="0"/>
              <a:t>Что НЕ нужно делать:</a:t>
            </a:r>
            <a:endParaRPr lang="ru-RU" dirty="0"/>
          </a:p>
          <a:p>
            <a:r>
              <a:rPr lang="ru-RU" dirty="0"/>
              <a:t>Не ставить QR-код в центр</a:t>
            </a:r>
          </a:p>
          <a:p>
            <a:r>
              <a:rPr lang="ru-RU" dirty="0"/>
              <a:t>Не делать логотип больше фото пиццы</a:t>
            </a:r>
          </a:p>
          <a:p>
            <a:r>
              <a:rPr lang="ru-RU" dirty="0"/>
              <a:t>Не писать длинные тексты (максимум 10–15 слов)</a:t>
            </a:r>
          </a:p>
          <a:p>
            <a:r>
              <a:rPr lang="ru-RU" b="1" dirty="0"/>
              <a:t>Визуал:</a:t>
            </a:r>
            <a:r>
              <a:rPr lang="ru-RU" dirty="0"/>
              <a:t> Схема флаера с цифрами (1, 2, 3, 4, 5) поверх элементов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140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4BA43E-78C6-8084-0767-78BFCD4CC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 Генерация фона в нейросети</a:t>
            </a:r>
            <a:br>
              <a:rPr lang="ru-RU" b="1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2CB171-156B-256C-54BA-F58E9ADE6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/>
              <a:t>Заголовок:</a:t>
            </a:r>
            <a:r>
              <a:rPr lang="ru-RU" dirty="0"/>
              <a:t> Быстрый и уникальный фон за 1 минуту</a:t>
            </a:r>
          </a:p>
          <a:p>
            <a:r>
              <a:rPr lang="ru-RU" b="1" dirty="0"/>
              <a:t>Сервисы:</a:t>
            </a:r>
            <a:r>
              <a:rPr lang="ru-RU" dirty="0"/>
              <a:t> </a:t>
            </a:r>
            <a:r>
              <a:rPr lang="en-US" dirty="0"/>
              <a:t>Midjourney, DALL·E 3, Kandinsky, </a:t>
            </a:r>
            <a:r>
              <a:rPr lang="en-US" dirty="0">
                <a:hlinkClick r:id="rId2"/>
              </a:rPr>
              <a:t>Leonardo.ai</a:t>
            </a:r>
            <a:endParaRPr lang="en-US" dirty="0"/>
          </a:p>
          <a:p>
            <a:r>
              <a:rPr lang="ru-RU" b="1" dirty="0" err="1"/>
              <a:t>Промпт</a:t>
            </a:r>
            <a:r>
              <a:rPr lang="ru-RU" b="1" dirty="0"/>
              <a:t> (пример для </a:t>
            </a:r>
            <a:r>
              <a:rPr lang="en-US" b="1" dirty="0"/>
              <a:t>Midjourney):</a:t>
            </a:r>
            <a:endParaRPr lang="en-US" dirty="0"/>
          </a:p>
          <a:p>
            <a:r>
              <a:rPr lang="en-US" dirty="0"/>
              <a:t>*«Pizza restaurant flyer background, warm orange and beige tones, minimal texture, soft lighting, no text, no objects, top-down view — </a:t>
            </a:r>
            <a:r>
              <a:rPr lang="en-US" dirty="0" err="1"/>
              <a:t>ar</a:t>
            </a:r>
            <a:r>
              <a:rPr lang="en-US" dirty="0"/>
              <a:t> 148:210»*</a:t>
            </a:r>
          </a:p>
          <a:p>
            <a:r>
              <a:rPr lang="ru-RU" b="1" dirty="0"/>
              <a:t>Правила:</a:t>
            </a:r>
            <a:endParaRPr lang="ru-RU" dirty="0"/>
          </a:p>
          <a:p>
            <a:r>
              <a:rPr lang="ru-RU" dirty="0"/>
              <a:t>Фон не должен перебивать пиццу и кнопку</a:t>
            </a:r>
          </a:p>
          <a:p>
            <a:r>
              <a:rPr lang="ru-RU" dirty="0"/>
              <a:t>Используйте приглушённые, тёплые тона</a:t>
            </a:r>
          </a:p>
          <a:p>
            <a:r>
              <a:rPr lang="ru-RU" dirty="0"/>
              <a:t>Избегайте чёрного и слишком пёстрых цветов</a:t>
            </a:r>
          </a:p>
          <a:p>
            <a:r>
              <a:rPr lang="ru-RU" b="1" dirty="0"/>
              <a:t>Визуал:</a:t>
            </a:r>
            <a:r>
              <a:rPr lang="ru-RU" dirty="0"/>
              <a:t> Три примера сгенерированных фонов (текстура дерева, абстрактные тёплые пятна, лёгкий градиент)</a:t>
            </a:r>
          </a:p>
          <a:p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8680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41BE76-DA39-0A95-CDFF-18412EF4D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Слайд 8. Типичные ошибки флаеров для еды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17D827-26F0-1E90-9710-B38F8E77E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Заголовок: Чего избегать</a:t>
            </a:r>
          </a:p>
          <a:p>
            <a:endParaRPr lang="ru-RU" dirty="0"/>
          </a:p>
          <a:p>
            <a:r>
              <a:rPr lang="ru-RU" dirty="0"/>
              <a:t>Ошибка	Почему плохо	Исправление</a:t>
            </a:r>
          </a:p>
          <a:p>
            <a:r>
              <a:rPr lang="ru-RU" dirty="0"/>
              <a:t>Нет вылетов	Белые полосы после обрезки	Добавить 3 мм </a:t>
            </a:r>
            <a:r>
              <a:rPr lang="ru-RU" dirty="0" err="1"/>
              <a:t>bleed</a:t>
            </a:r>
            <a:endParaRPr lang="ru-RU" dirty="0"/>
          </a:p>
          <a:p>
            <a:r>
              <a:rPr lang="ru-RU" dirty="0"/>
              <a:t>Мелкий шрифт	Нечитаем с расстояния	Основной текст от 12 </a:t>
            </a:r>
            <a:r>
              <a:rPr lang="ru-RU" dirty="0" err="1"/>
              <a:t>pt</a:t>
            </a:r>
            <a:endParaRPr lang="ru-RU" dirty="0"/>
          </a:p>
          <a:p>
            <a:r>
              <a:rPr lang="ru-RU" dirty="0"/>
              <a:t>Слишком много текста	Никто не читает	Короткие фразы + иконки</a:t>
            </a:r>
          </a:p>
          <a:p>
            <a:r>
              <a:rPr lang="ru-RU" dirty="0"/>
              <a:t>Фото пиццы маленькое	Не аппетитно	Фото — самый крупный элемент</a:t>
            </a:r>
          </a:p>
          <a:p>
            <a:r>
              <a:rPr lang="ru-RU" dirty="0"/>
              <a:t>Кнопка сливается с фоном	Не </a:t>
            </a:r>
            <a:r>
              <a:rPr lang="ru-RU" dirty="0" err="1"/>
              <a:t>кликабельно</a:t>
            </a:r>
            <a:r>
              <a:rPr lang="ru-RU" dirty="0"/>
              <a:t>	Контрастный цвет кнопки</a:t>
            </a:r>
          </a:p>
          <a:p>
            <a:r>
              <a:rPr lang="ru-RU" dirty="0"/>
              <a:t>QR-код без подписи	Непонятно, зачем	Подпись: «Меню онлайн»</a:t>
            </a:r>
          </a:p>
          <a:p>
            <a:r>
              <a:rPr lang="ru-RU" dirty="0"/>
              <a:t>Визуал: Два флаера рядом — «плохой» (с красными крестами) и «хороший» (с зелёными галочками)</a:t>
            </a:r>
          </a:p>
        </p:txBody>
      </p:sp>
    </p:spTree>
    <p:extLst>
      <p:ext uri="{BB962C8B-B14F-4D97-AF65-F5344CB8AC3E}">
        <p14:creationId xmlns:p14="http://schemas.microsoft.com/office/powerpoint/2010/main" val="334452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EA0991-0AD2-9473-48B5-D782A6415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Экспорт в PDF для печати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D979A8-DB11-4D5D-13B6-0F8668086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Заголовок: Как отдать файл в типографию</a:t>
            </a:r>
          </a:p>
          <a:p>
            <a:endParaRPr lang="ru-RU" dirty="0"/>
          </a:p>
          <a:p>
            <a:r>
              <a:rPr lang="ru-RU" dirty="0"/>
              <a:t>Настройки экспорта (</a:t>
            </a:r>
            <a:r>
              <a:rPr lang="en-US" dirty="0"/>
              <a:t>Adobe InDesign / Illustrator):</a:t>
            </a:r>
          </a:p>
          <a:p>
            <a:endParaRPr lang="en-US" dirty="0"/>
          </a:p>
          <a:p>
            <a:r>
              <a:rPr lang="ru-RU" dirty="0"/>
              <a:t>Формат: </a:t>
            </a:r>
            <a:r>
              <a:rPr lang="en-US" dirty="0"/>
              <a:t>PDF/X-1a </a:t>
            </a:r>
            <a:r>
              <a:rPr lang="ru-RU" dirty="0"/>
              <a:t>или </a:t>
            </a:r>
            <a:r>
              <a:rPr lang="en-US" dirty="0"/>
              <a:t>PDF/X-4</a:t>
            </a:r>
          </a:p>
          <a:p>
            <a:endParaRPr lang="en-US" dirty="0"/>
          </a:p>
          <a:p>
            <a:r>
              <a:rPr lang="ru-RU" dirty="0"/>
              <a:t>Цвет: </a:t>
            </a:r>
            <a:r>
              <a:rPr lang="en-US" dirty="0"/>
              <a:t>CMYK</a:t>
            </a:r>
          </a:p>
          <a:p>
            <a:endParaRPr lang="en-US" dirty="0"/>
          </a:p>
          <a:p>
            <a:r>
              <a:rPr lang="ru-RU" dirty="0"/>
              <a:t>Вылеты: включены (3 мм)</a:t>
            </a:r>
          </a:p>
          <a:p>
            <a:endParaRPr lang="ru-RU" dirty="0"/>
          </a:p>
          <a:p>
            <a:r>
              <a:rPr lang="ru-RU" dirty="0"/>
              <a:t>Шрифты: внедрены (</a:t>
            </a:r>
            <a:r>
              <a:rPr lang="en-US" dirty="0"/>
              <a:t>Embed Fonts)</a:t>
            </a:r>
          </a:p>
          <a:p>
            <a:endParaRPr lang="en-US" dirty="0"/>
          </a:p>
          <a:p>
            <a:r>
              <a:rPr lang="ru-RU" dirty="0"/>
              <a:t>Разрешение: 300 </a:t>
            </a:r>
            <a:r>
              <a:rPr lang="en-US" dirty="0"/>
              <a:t>dpi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704875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</TotalTime>
  <Words>780</Words>
  <Application>Microsoft Office PowerPoint</Application>
  <PresentationFormat>Широкоэкранный</PresentationFormat>
  <Paragraphs>95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Аспект</vt:lpstr>
      <vt:lpstr>ФЛАЕР И КОМПОЗИЦИЯ  </vt:lpstr>
      <vt:lpstr> Зачем пиццерии флаер  </vt:lpstr>
      <vt:lpstr>Технические параметры (перед печатью)  </vt:lpstr>
      <vt:lpstr> Виды композиции во флаере  </vt:lpstr>
      <vt:lpstr> Построение модульной сетки  </vt:lpstr>
      <vt:lpstr> Наполнение флаера — иерархия  </vt:lpstr>
      <vt:lpstr> Генерация фона в нейросети  </vt:lpstr>
      <vt:lpstr>Слайд 8. Типичные ошибки флаеров для еды </vt:lpstr>
      <vt:lpstr>Экспорт в PDF для печати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Tasya Sosina</dc:creator>
  <cp:lastModifiedBy>Tasya Sosina</cp:lastModifiedBy>
  <cp:revision>6</cp:revision>
  <dcterms:created xsi:type="dcterms:W3CDTF">2026-06-03T21:40:07Z</dcterms:created>
  <dcterms:modified xsi:type="dcterms:W3CDTF">2026-06-03T21:51:06Z</dcterms:modified>
</cp:coreProperties>
</file>
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7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9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2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9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47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98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7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63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5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F278B-5D2F-29D9-7E4D-B66316CC0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МОДУЛЬ 1. ДНК БРЕНДА И ЛОГОТИП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6D1B8B-135B-9B68-35C3-61470D0AB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 С чего начинается любой дизайн</a:t>
            </a:r>
          </a:p>
        </p:txBody>
      </p:sp>
    </p:spTree>
    <p:extLst>
      <p:ext uri="{BB962C8B-B14F-4D97-AF65-F5344CB8AC3E}">
        <p14:creationId xmlns:p14="http://schemas.microsoft.com/office/powerpoint/2010/main" val="335265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F654-2561-0FF6-5C3A-BEC5E494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ДНК бренда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74C3F-36E2-E495-E598-481A9C46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123"/>
            <a:ext cx="10515600" cy="4351338"/>
          </a:xfrm>
        </p:spPr>
        <p:txBody>
          <a:bodyPr>
            <a:noAutofit/>
          </a:bodyPr>
          <a:lstStyle/>
          <a:p>
            <a:r>
              <a:rPr lang="ru-RU" sz="1600" dirty="0"/>
              <a:t>Заголовок: Невидимая основа дизайна</a:t>
            </a:r>
          </a:p>
          <a:p>
            <a:endParaRPr lang="ru-RU" sz="1600" dirty="0"/>
          </a:p>
          <a:p>
            <a:r>
              <a:rPr lang="ru-RU" sz="1600" dirty="0"/>
              <a:t>ДНК бренда — это его суть, которая остаётся неизменной.</a:t>
            </a:r>
          </a:p>
          <a:p>
            <a:r>
              <a:rPr lang="ru-RU" sz="1600" dirty="0"/>
              <a:t>Компонент	Вопрос</a:t>
            </a:r>
          </a:p>
          <a:p>
            <a:r>
              <a:rPr lang="ru-RU" sz="1600" dirty="0"/>
              <a:t>Миссия	Зачем существует пиццерия?</a:t>
            </a:r>
          </a:p>
          <a:p>
            <a:r>
              <a:rPr lang="ru-RU" sz="1600" dirty="0"/>
              <a:t>Ценности	Что для нас важно? (свежесть, скорость, честность)</a:t>
            </a:r>
          </a:p>
          <a:p>
            <a:r>
              <a:rPr lang="ru-RU" sz="1600" dirty="0"/>
              <a:t>Тон общения	Как говорим с клиентом? (дружелюбно, дерзко, уютно)</a:t>
            </a:r>
          </a:p>
          <a:p>
            <a:r>
              <a:rPr lang="ru-RU" sz="1600" dirty="0"/>
              <a:t>Аудитория	Кто наши клиенты? (студенты, семьи, офисные сотрудники)</a:t>
            </a:r>
          </a:p>
          <a:p>
            <a:r>
              <a:rPr lang="ru-RU" sz="1600" dirty="0"/>
              <a:t>Пример для «</a:t>
            </a:r>
            <a:r>
              <a:rPr lang="ru-RU" sz="1600" dirty="0" err="1"/>
              <a:t>Пиццарай</a:t>
            </a:r>
            <a:r>
              <a:rPr lang="ru-RU" sz="1600" dirty="0"/>
              <a:t>»:</a:t>
            </a:r>
          </a:p>
          <a:p>
            <a:r>
              <a:rPr lang="ru-RU" sz="1600" dirty="0"/>
              <a:t>Миссия — делать вкусную пиццу за 15 минут.</a:t>
            </a:r>
          </a:p>
          <a:p>
            <a:r>
              <a:rPr lang="ru-RU" sz="1600" dirty="0"/>
              <a:t>Ценности — только свежие ингредиенты, никакой заморозки.</a:t>
            </a:r>
          </a:p>
          <a:p>
            <a:r>
              <a:rPr lang="ru-RU" sz="1600" dirty="0"/>
              <a:t>Тон — энергичный, молодёжный, без пафоса.</a:t>
            </a:r>
          </a:p>
          <a:p>
            <a:r>
              <a:rPr lang="ru-RU" sz="1600" dirty="0"/>
              <a:t>Аудитория — 18–35 лет, ценят время и вкус.</a:t>
            </a:r>
          </a:p>
          <a:p>
            <a:r>
              <a:rPr lang="ru-RU" sz="1600" dirty="0"/>
              <a:t>Визуал: Схема из 4 блоков, соединённых в центре (как молекула ДНК)</a:t>
            </a:r>
          </a:p>
        </p:txBody>
      </p:sp>
    </p:spTree>
    <p:extLst>
      <p:ext uri="{BB962C8B-B14F-4D97-AF65-F5344CB8AC3E}">
        <p14:creationId xmlns:p14="http://schemas.microsoft.com/office/powerpoint/2010/main" val="325284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BECFB-B812-2130-1B01-A742FE2C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 От ДНК к визуалу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C42D6-4507-3700-A2B8-028122B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Заголовок: Как ценности становятся цветами и шрифтами</a:t>
            </a:r>
          </a:p>
          <a:p>
            <a:endParaRPr lang="ru-RU" dirty="0"/>
          </a:p>
          <a:p>
            <a:r>
              <a:rPr lang="ru-RU" dirty="0"/>
              <a:t>Ценность / характер	Цвета	Шрифты	Формы</a:t>
            </a:r>
          </a:p>
          <a:p>
            <a:r>
              <a:rPr lang="ru-RU" dirty="0"/>
              <a:t>Энергичный, молодёжный	Оранжевый, красный, жёлтый	Гротески (без засечек), жирные	Прямые углы, динамичные линии</a:t>
            </a:r>
          </a:p>
          <a:p>
            <a:r>
              <a:rPr lang="ru-RU" dirty="0"/>
              <a:t>Уютный, домашний	Тёплые бежевые, терракотовый, зелёный	Антиква (с засечками), рукописные	Скругления, мягкие формы</a:t>
            </a:r>
          </a:p>
          <a:p>
            <a:r>
              <a:rPr lang="ru-RU" dirty="0"/>
              <a:t>Премиальный, итальянский	Чёрный, золотой, тёмно-синий	Элегантные антиквы, тонкие начертания	Строгие, классические</a:t>
            </a:r>
          </a:p>
          <a:p>
            <a:r>
              <a:rPr lang="ru-RU" dirty="0"/>
              <a:t>Выбор для «</a:t>
            </a:r>
            <a:r>
              <a:rPr lang="ru-RU" dirty="0" err="1"/>
              <a:t>Пиццарай</a:t>
            </a:r>
            <a:r>
              <a:rPr lang="ru-RU" dirty="0"/>
              <a:t>»:</a:t>
            </a:r>
          </a:p>
          <a:p>
            <a:r>
              <a:rPr lang="ru-RU" dirty="0"/>
              <a:t>Энергичный + уютный → оранжевый + тёплый бежевый, гротески, скруглённые углы.</a:t>
            </a:r>
          </a:p>
          <a:p>
            <a:endParaRPr lang="ru-RU" dirty="0"/>
          </a:p>
          <a:p>
            <a:r>
              <a:rPr lang="ru-RU" dirty="0"/>
              <a:t>Визуал: Три колонки с примерами (цвета, шрифты, формы)</a:t>
            </a:r>
          </a:p>
        </p:txBody>
      </p:sp>
    </p:spTree>
    <p:extLst>
      <p:ext uri="{BB962C8B-B14F-4D97-AF65-F5344CB8AC3E}">
        <p14:creationId xmlns:p14="http://schemas.microsoft.com/office/powerpoint/2010/main" val="861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D9EEE-4585-0324-A296-4248719C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логотипов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49BA-2E98-6340-52B3-493419B2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Заголовок: Какой логотип подходит пиццерии</a:t>
            </a:r>
          </a:p>
          <a:p>
            <a:endParaRPr lang="ru-RU" dirty="0"/>
          </a:p>
          <a:p>
            <a:r>
              <a:rPr lang="ru-RU" dirty="0"/>
              <a:t>Тип	Пример	Плюсы	Минусы</a:t>
            </a:r>
          </a:p>
          <a:p>
            <a:r>
              <a:rPr lang="ru-RU" dirty="0"/>
              <a:t>Текстовый (</a:t>
            </a:r>
            <a:r>
              <a:rPr lang="ru-RU" dirty="0" err="1"/>
              <a:t>леттеринг</a:t>
            </a:r>
            <a:r>
              <a:rPr lang="ru-RU" dirty="0"/>
              <a:t>)	Название красивым шрифтом	Просто, читается	Может быть скучным</a:t>
            </a:r>
          </a:p>
          <a:p>
            <a:r>
              <a:rPr lang="ru-RU" dirty="0"/>
              <a:t>Знак (символ)	Иконка без текста (пицца, повар, итальянец)	Запоминается	Непонятно без текста</a:t>
            </a:r>
          </a:p>
          <a:p>
            <a:r>
              <a:rPr lang="ru-RU" dirty="0"/>
              <a:t>Комбинированный	Знак + текст	Универсально	Сложнее в компоновке</a:t>
            </a:r>
          </a:p>
          <a:p>
            <a:r>
              <a:rPr lang="ru-RU" dirty="0"/>
              <a:t>Эмблема	Текст внутри формы (круг, щит)	Дорого, статусно	Плохо читается на мелких носителях</a:t>
            </a:r>
          </a:p>
          <a:p>
            <a:r>
              <a:rPr lang="ru-RU" dirty="0"/>
              <a:t>Рекомендация для «</a:t>
            </a:r>
            <a:r>
              <a:rPr lang="ru-RU" dirty="0" err="1"/>
              <a:t>Пиццарай</a:t>
            </a:r>
            <a:r>
              <a:rPr lang="ru-RU" dirty="0"/>
              <a:t>»:</a:t>
            </a:r>
          </a:p>
          <a:p>
            <a:r>
              <a:rPr lang="ru-RU" dirty="0"/>
              <a:t>Комбинированный логотип — запоминающийся знак (кусок пиццы + корона или усы) + название ярким шрифтом.</a:t>
            </a:r>
          </a:p>
          <a:p>
            <a:endParaRPr lang="ru-RU" dirty="0"/>
          </a:p>
          <a:p>
            <a:r>
              <a:rPr lang="ru-RU" dirty="0"/>
              <a:t>Визуал: 4 мини-примера логотипов (по одному на каждый тип)</a:t>
            </a:r>
          </a:p>
        </p:txBody>
      </p:sp>
    </p:spTree>
    <p:extLst>
      <p:ext uri="{BB962C8B-B14F-4D97-AF65-F5344CB8AC3E}">
        <p14:creationId xmlns:p14="http://schemas.microsoft.com/office/powerpoint/2010/main" val="22308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2D056-61D7-9903-1964-4E41A642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 Создание логотипа — пошагово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12B7-B2CF-1B77-FB19-1D79974A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Заголовок: От идеи к готовому знаку</a:t>
            </a:r>
          </a:p>
          <a:p>
            <a:endParaRPr lang="ru-RU" dirty="0"/>
          </a:p>
          <a:p>
            <a:r>
              <a:rPr lang="ru-RU" dirty="0"/>
              <a:t>Референсы — собрать 10–20 логотипов конкурентов и смежных брендов.</a:t>
            </a:r>
          </a:p>
          <a:p>
            <a:endParaRPr lang="ru-RU" dirty="0"/>
          </a:p>
          <a:p>
            <a:r>
              <a:rPr lang="ru-RU" dirty="0"/>
              <a:t>Мозговой штурм — ассоциации (пицца, Италия, скорость, уют, молодость).</a:t>
            </a:r>
          </a:p>
          <a:p>
            <a:endParaRPr lang="ru-RU" dirty="0"/>
          </a:p>
          <a:p>
            <a:r>
              <a:rPr lang="ru-RU" dirty="0"/>
              <a:t>Эскизы — 20–30 набросков от руки.</a:t>
            </a:r>
          </a:p>
          <a:p>
            <a:endParaRPr lang="ru-RU" dirty="0"/>
          </a:p>
          <a:p>
            <a:r>
              <a:rPr lang="ru-RU" dirty="0"/>
              <a:t>Цифра — 3–5 вариантов в векторе (</a:t>
            </a:r>
            <a:r>
              <a:rPr lang="ru-RU" dirty="0" err="1"/>
              <a:t>Illustrator</a:t>
            </a:r>
            <a:r>
              <a:rPr lang="ru-RU" dirty="0"/>
              <a:t>, </a:t>
            </a:r>
            <a:r>
              <a:rPr lang="ru-RU" dirty="0" err="1"/>
              <a:t>Figma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Тесты — как выглядит на флаере, коробке, экране телефона.</a:t>
            </a:r>
          </a:p>
          <a:p>
            <a:endParaRPr lang="ru-RU" dirty="0"/>
          </a:p>
          <a:p>
            <a:r>
              <a:rPr lang="ru-RU" dirty="0"/>
              <a:t>Правки — выбираем один вариант, доводим до идеала.</a:t>
            </a:r>
          </a:p>
          <a:p>
            <a:endParaRPr lang="ru-RU" dirty="0"/>
          </a:p>
          <a:p>
            <a:r>
              <a:rPr lang="ru-RU" dirty="0"/>
              <a:t>Визуал: Линия из 6 точек с иконками (карандаш → монитор → телефон → коробка → галочка)</a:t>
            </a:r>
          </a:p>
        </p:txBody>
      </p:sp>
    </p:spTree>
    <p:extLst>
      <p:ext uri="{BB962C8B-B14F-4D97-AF65-F5344CB8AC3E}">
        <p14:creationId xmlns:p14="http://schemas.microsoft.com/office/powerpoint/2010/main" val="17054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1293-4E64-D703-6533-0E48BE6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Цвета и шрифты для логотипа «</a:t>
            </a:r>
            <a:r>
              <a:rPr lang="ru-RU" b="1" dirty="0" err="1"/>
              <a:t>Пиццарай</a:t>
            </a:r>
            <a:r>
              <a:rPr lang="ru-RU" b="1" dirty="0"/>
              <a:t>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D9C39-FDA2-1B9F-25AC-BF4AE462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Фирменный стиль (пример)</a:t>
            </a:r>
          </a:p>
          <a:p>
            <a:r>
              <a:rPr lang="ru-RU" b="1" dirty="0"/>
              <a:t>Цветовая палитра:</a:t>
            </a:r>
            <a:endParaRPr lang="ru-RU" dirty="0"/>
          </a:p>
          <a:p>
            <a:r>
              <a:rPr lang="ru-RU" dirty="0"/>
              <a:t>🟠 Оранжевый (#FF6600) — энергия, аппетит</a:t>
            </a:r>
          </a:p>
          <a:p>
            <a:r>
              <a:rPr lang="ru-RU" dirty="0"/>
              <a:t>⚪ Белый или светло-бежевый (#FFF5E6) — чистота, фон</a:t>
            </a:r>
          </a:p>
          <a:p>
            <a:r>
              <a:rPr lang="ru-RU" dirty="0"/>
              <a:t>⚫ Тёмно-серый (#333333) — текст, контраст</a:t>
            </a:r>
          </a:p>
          <a:p>
            <a:r>
              <a:rPr lang="ru-RU" b="1" dirty="0"/>
              <a:t>Шрифты:</a:t>
            </a:r>
            <a:endParaRPr lang="ru-RU" dirty="0"/>
          </a:p>
          <a:p>
            <a:r>
              <a:rPr lang="ru-RU" dirty="0"/>
              <a:t>Логотип: жирный гротеск (например, </a:t>
            </a:r>
            <a:r>
              <a:rPr lang="ru-RU" b="1" dirty="0" err="1"/>
              <a:t>Montserrat</a:t>
            </a:r>
            <a:r>
              <a:rPr lang="ru-RU" b="1" dirty="0"/>
              <a:t> </a:t>
            </a:r>
            <a:r>
              <a:rPr lang="ru-RU" b="1" dirty="0" err="1"/>
              <a:t>Bold</a:t>
            </a:r>
            <a:r>
              <a:rPr lang="ru-RU" dirty="0"/>
              <a:t> или </a:t>
            </a:r>
            <a:r>
              <a:rPr lang="ru-RU" b="1" dirty="0" err="1"/>
              <a:t>Manrope</a:t>
            </a:r>
            <a:r>
              <a:rPr lang="ru-RU" b="1" dirty="0"/>
              <a:t> </a:t>
            </a:r>
            <a:r>
              <a:rPr lang="ru-RU" b="1" dirty="0" err="1"/>
              <a:t>Bold</a:t>
            </a:r>
            <a:r>
              <a:rPr lang="ru-RU" dirty="0"/>
              <a:t>)</a:t>
            </a:r>
          </a:p>
          <a:p>
            <a:r>
              <a:rPr lang="ru-RU" dirty="0"/>
              <a:t>Акценты: можно добавить наклон или скруглённую букву (например, «А» с кусочком пиццы)</a:t>
            </a:r>
          </a:p>
          <a:p>
            <a:r>
              <a:rPr lang="ru-RU" b="1" dirty="0"/>
              <a:t>Правило:</a:t>
            </a:r>
            <a:r>
              <a:rPr lang="ru-RU" dirty="0"/>
              <a:t> Логотип должен работать в чёрно-белом варианте.</a:t>
            </a:r>
          </a:p>
          <a:p>
            <a:r>
              <a:rPr lang="ru-RU" b="1" dirty="0"/>
              <a:t>Визуал:</a:t>
            </a:r>
            <a:r>
              <a:rPr lang="ru-RU" dirty="0"/>
              <a:t> Палитра из трёх цветов + пример слова «</a:t>
            </a:r>
            <a:r>
              <a:rPr lang="ru-RU" dirty="0" err="1"/>
              <a:t>Пиццарай</a:t>
            </a:r>
            <a:r>
              <a:rPr lang="ru-RU" dirty="0"/>
              <a:t>» выбранным шрифтом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4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BA43E-78C6-8084-0767-78BFCD4C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 Домашнее задание (Модуль 1)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2CB171-156B-256C-54BA-F58E9ADE6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Ваша задача</a:t>
            </a:r>
          </a:p>
          <a:p>
            <a:r>
              <a:rPr lang="ru-RU" dirty="0"/>
              <a:t>Сформулировать </a:t>
            </a:r>
            <a:r>
              <a:rPr lang="ru-RU" b="1" dirty="0"/>
              <a:t>ДНК бренда</a:t>
            </a:r>
            <a:r>
              <a:rPr lang="ru-RU" dirty="0"/>
              <a:t> для вымышленной пиццерии (или для «</a:t>
            </a:r>
            <a:r>
              <a:rPr lang="ru-RU" dirty="0" err="1"/>
              <a:t>Пиццарай</a:t>
            </a:r>
            <a:r>
              <a:rPr lang="ru-RU" dirty="0"/>
              <a:t>»):</a:t>
            </a:r>
          </a:p>
          <a:p>
            <a:pPr lvl="1"/>
            <a:r>
              <a:rPr lang="ru-RU" dirty="0"/>
              <a:t>Миссия, ценности, тон, аудитория</a:t>
            </a:r>
          </a:p>
          <a:p>
            <a:r>
              <a:rPr lang="ru-RU" dirty="0"/>
              <a:t>Сделать </a:t>
            </a:r>
            <a:r>
              <a:rPr lang="ru-RU" b="1" dirty="0"/>
              <a:t>5–10 эскизов логотипа</a:t>
            </a:r>
            <a:r>
              <a:rPr lang="ru-RU" dirty="0"/>
              <a:t> от руки</a:t>
            </a:r>
          </a:p>
          <a:p>
            <a:r>
              <a:rPr lang="ru-RU" dirty="0"/>
              <a:t>Выбрать </a:t>
            </a:r>
            <a:r>
              <a:rPr lang="ru-RU" b="1" dirty="0"/>
              <a:t>2 лучших варианта</a:t>
            </a:r>
            <a:r>
              <a:rPr lang="ru-RU" dirty="0"/>
              <a:t> и перевести в цифру (</a:t>
            </a:r>
            <a:r>
              <a:rPr lang="ru-RU" dirty="0" err="1"/>
              <a:t>Figma</a:t>
            </a:r>
            <a:r>
              <a:rPr lang="ru-RU" dirty="0"/>
              <a:t> / </a:t>
            </a:r>
            <a:r>
              <a:rPr lang="ru-RU" dirty="0" err="1"/>
              <a:t>Illustrator</a:t>
            </a:r>
            <a:r>
              <a:rPr lang="ru-RU" dirty="0"/>
              <a:t>)</a:t>
            </a:r>
          </a:p>
          <a:p>
            <a:r>
              <a:rPr lang="ru-RU" dirty="0"/>
              <a:t>Показать логотип в </a:t>
            </a:r>
            <a:r>
              <a:rPr lang="ru-RU" b="1" dirty="0"/>
              <a:t>двух вариантах:</a:t>
            </a:r>
            <a:r>
              <a:rPr lang="ru-RU" dirty="0"/>
              <a:t> цветной и чёрно-белый</a:t>
            </a:r>
          </a:p>
          <a:p>
            <a:r>
              <a:rPr lang="ru-RU" b="1" dirty="0"/>
              <a:t>Результат модуля:</a:t>
            </a:r>
            <a:br>
              <a:rPr lang="ru-RU" dirty="0"/>
            </a:br>
            <a:r>
              <a:rPr lang="ru-RU" dirty="0"/>
              <a:t>Готовый логотип + краткое описание ДНК бренда (1 страница).</a:t>
            </a:r>
          </a:p>
          <a:p>
            <a:r>
              <a:rPr lang="ru-RU" b="1" dirty="0"/>
              <a:t>Визуал:</a:t>
            </a:r>
            <a:r>
              <a:rPr lang="ru-RU" dirty="0"/>
              <a:t> Иконка «галерея» (логотип на флаере, коробке, экране телефона)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6805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673</Words>
  <Application>Microsoft Office PowerPoint</Application>
  <PresentationFormat>Широкоэкранный</PresentationFormat>
  <Paragraphs>77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МОДУЛЬ 1. ДНК БРЕНДА И ЛОГОТИП </vt:lpstr>
      <vt:lpstr>Что такое ДНК бренда </vt:lpstr>
      <vt:lpstr> От ДНК к визуалу </vt:lpstr>
      <vt:lpstr>Типы логотипов </vt:lpstr>
      <vt:lpstr> Создание логотипа — пошагово </vt:lpstr>
      <vt:lpstr>Цвета и шрифты для логотипа «Пиццарай» </vt:lpstr>
      <vt:lpstr> Домашнее задание (Модуль 1)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Tasya Sosina</dc:creator>
  <cp:lastModifiedBy>Tasya Sosina</cp:lastModifiedBy>
  <cp:revision>1</cp:revision>
  <dcterms:created xsi:type="dcterms:W3CDTF">2026-06-03T21:40:07Z</dcterms:created>
  <dcterms:modified xsi:type="dcterms:W3CDTF">2026-06-03T21:45:07Z</dcterms:modified>
</cp:coreProperties>
</file>
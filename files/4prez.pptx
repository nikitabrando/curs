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0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40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475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35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56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89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32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4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44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9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296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1268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476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7982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878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631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57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6561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CF278B-5D2F-29D9-7E4D-B66316CC0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9011" y="2315324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РЕТУШЬ И КОЛЛАЖ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6D1B8B-135B-9B68-35C3-61470D0AB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4267" y="4061984"/>
            <a:ext cx="7766936" cy="1096899"/>
          </a:xfrm>
        </p:spPr>
        <p:txBody>
          <a:bodyPr/>
          <a:lstStyle/>
          <a:p>
            <a:r>
              <a:rPr lang="ru-RU" dirty="0"/>
              <a:t>Превращаем обычное фото в рекламный шедевр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35265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CF654-2561-0FF6-5C3A-BEC5E4949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Зачем ретушь для рекламы еды</a:t>
            </a: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74C3F-36E2-E495-E598-481A9C46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000"/>
            <a:ext cx="10515600" cy="4351338"/>
          </a:xfrm>
        </p:spPr>
        <p:txBody>
          <a:bodyPr>
            <a:noAutofit/>
          </a:bodyPr>
          <a:lstStyle/>
          <a:p>
            <a:r>
              <a:rPr lang="ru-RU" sz="1600" dirty="0"/>
              <a:t>Заголовок: Фото еды — 50% успеха продажи</a:t>
            </a:r>
          </a:p>
          <a:p>
            <a:endParaRPr lang="ru-RU" sz="1600" dirty="0"/>
          </a:p>
          <a:p>
            <a:r>
              <a:rPr lang="ru-RU" sz="1600" dirty="0"/>
              <a:t>Проблема исходного фото	После ретуши</a:t>
            </a:r>
          </a:p>
          <a:p>
            <a:r>
              <a:rPr lang="ru-RU" sz="1600" dirty="0"/>
              <a:t>Пятна, крошки, царапины	Идеально чисто</a:t>
            </a:r>
          </a:p>
          <a:p>
            <a:r>
              <a:rPr lang="ru-RU" sz="1600" dirty="0"/>
              <a:t>Тусклые, серые цвета	Сочные, аппетитные</a:t>
            </a:r>
          </a:p>
          <a:p>
            <a:r>
              <a:rPr lang="ru-RU" sz="1600" dirty="0"/>
              <a:t>Неудачный фон	Убран или заменён</a:t>
            </a:r>
          </a:p>
          <a:p>
            <a:r>
              <a:rPr lang="ru-RU" sz="1600" dirty="0"/>
              <a:t>Пузыри на сыре	Сглажены</a:t>
            </a:r>
          </a:p>
          <a:p>
            <a:r>
              <a:rPr lang="ru-RU" sz="1600" dirty="0"/>
              <a:t>Неравномерный цвет теста	Однородный золотистый</a:t>
            </a:r>
          </a:p>
          <a:p>
            <a:r>
              <a:rPr lang="ru-RU" sz="1600" dirty="0"/>
              <a:t>Факт:</a:t>
            </a:r>
          </a:p>
          <a:p>
            <a:r>
              <a:rPr lang="ru-RU" sz="1600" dirty="0"/>
              <a:t>60% клиентов заказывают еду, потому что фото выглядит вкусно.</a:t>
            </a:r>
          </a:p>
          <a:p>
            <a:endParaRPr lang="ru-RU" sz="1600" dirty="0"/>
          </a:p>
          <a:p>
            <a:r>
              <a:rPr lang="ru-RU" sz="1600" dirty="0"/>
              <a:t>Визуал: Инфографика — камера → ретушь → заказ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252845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BECFB-B812-2130-1B01-A742FE2C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Три типа работ в уроке</a:t>
            </a: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FC42D6-4507-3700-A2B8-028122B12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Заголовок: Что вы научитесь делать</a:t>
            </a:r>
          </a:p>
          <a:p>
            <a:endParaRPr lang="ru-RU" dirty="0"/>
          </a:p>
          <a:p>
            <a:r>
              <a:rPr lang="ru-RU" dirty="0"/>
              <a:t>Тип	Что это	Применение</a:t>
            </a:r>
          </a:p>
          <a:p>
            <a:r>
              <a:rPr lang="ru-RU" dirty="0"/>
              <a:t>1. Локальная ретушь	Удаление дефектов	Очистка пиццы от крошек, пятен</a:t>
            </a:r>
          </a:p>
          <a:p>
            <a:r>
              <a:rPr lang="ru-RU" dirty="0"/>
              <a:t>2. Цветокоррекция	Настройка цвета и контраста	Сделать сыр жёлтым, томаты красными</a:t>
            </a:r>
          </a:p>
          <a:p>
            <a:r>
              <a:rPr lang="ru-RU" dirty="0"/>
              <a:t>3. Коллаж	Объединение нескольких фото	Пицца + парящие ингредиенты</a:t>
            </a:r>
          </a:p>
          <a:p>
            <a:r>
              <a:rPr lang="ru-RU" dirty="0"/>
              <a:t>Визуал: Три иконки (ластик / палитра / наложение фото)</a:t>
            </a:r>
          </a:p>
        </p:txBody>
      </p:sp>
    </p:spTree>
    <p:extLst>
      <p:ext uri="{BB962C8B-B14F-4D97-AF65-F5344CB8AC3E}">
        <p14:creationId xmlns:p14="http://schemas.microsoft.com/office/powerpoint/2010/main" val="86165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D9EEE-4585-0324-A296-4248719C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Инструмент</a:t>
            </a:r>
            <a:r>
              <a:rPr lang="en-US" b="1" dirty="0"/>
              <a:t> 1: Spot Healing Brush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D49BA-2E98-6340-52B3-493419B20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Заголовок: Быстрое удаление мелких дефектов</a:t>
            </a:r>
          </a:p>
          <a:p>
            <a:r>
              <a:rPr lang="ru-RU" dirty="0"/>
              <a:t>Где найти:</a:t>
            </a:r>
          </a:p>
          <a:p>
            <a:r>
              <a:rPr lang="ru-RU" dirty="0"/>
              <a:t>Photoshop → Панель инструментов → Пятнистая восстанавливающая кисть (или клавиша J)</a:t>
            </a:r>
          </a:p>
          <a:p>
            <a:r>
              <a:rPr lang="ru-RU" dirty="0"/>
              <a:t>Как работает:</a:t>
            </a:r>
          </a:p>
          <a:p>
            <a:r>
              <a:rPr lang="ru-RU" dirty="0"/>
              <a:t>Автоматически анализирует текстуру вокруг и заменяет дефект.</a:t>
            </a:r>
          </a:p>
          <a:p>
            <a:r>
              <a:rPr lang="ru-RU" dirty="0"/>
              <a:t>Применение к пицце:</a:t>
            </a:r>
          </a:p>
          <a:p>
            <a:r>
              <a:rPr lang="ru-RU" dirty="0"/>
              <a:t>Удалить крошки на столе</a:t>
            </a:r>
          </a:p>
          <a:p>
            <a:r>
              <a:rPr lang="ru-RU" dirty="0"/>
              <a:t>Убрать воздушные пузыри на сыре</a:t>
            </a:r>
          </a:p>
          <a:p>
            <a:r>
              <a:rPr lang="ru-RU" dirty="0"/>
              <a:t>Устранить пятна соуса вне пицц</a:t>
            </a:r>
          </a:p>
        </p:txBody>
      </p:sp>
    </p:spTree>
    <p:extLst>
      <p:ext uri="{BB962C8B-B14F-4D97-AF65-F5344CB8AC3E}">
        <p14:creationId xmlns:p14="http://schemas.microsoft.com/office/powerpoint/2010/main" val="223089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2D056-61D7-9903-1964-4E41A642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Инструмент 2: </a:t>
            </a:r>
            <a:r>
              <a:rPr lang="ru-RU" b="1" dirty="0" err="1"/>
              <a:t>Clone</a:t>
            </a:r>
            <a:r>
              <a:rPr lang="ru-RU" b="1" dirty="0"/>
              <a:t> </a:t>
            </a:r>
            <a:r>
              <a:rPr lang="ru-RU" b="1" dirty="0" err="1"/>
              <a:t>Stamp</a:t>
            </a:r>
            <a:r>
              <a:rPr lang="ru-RU" b="1" dirty="0"/>
              <a:t> (Штамп)</a:t>
            </a:r>
            <a:br>
              <a:rPr lang="en-US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812B7-B2CF-1B77-FB19-1D79974A2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Заголовок: Точное копирование текстуры</a:t>
            </a:r>
          </a:p>
          <a:p>
            <a:r>
              <a:rPr lang="ru-RU" b="1" dirty="0"/>
              <a:t>Где найти:</a:t>
            </a:r>
          </a:p>
          <a:p>
            <a:r>
              <a:rPr lang="ru-RU" b="1" dirty="0"/>
              <a:t>Photoshop → Панель инструментов → Штамп (или клавиша S)</a:t>
            </a:r>
          </a:p>
          <a:p>
            <a:r>
              <a:rPr lang="ru-RU" b="1" dirty="0"/>
              <a:t>Как работает:</a:t>
            </a:r>
          </a:p>
          <a:p>
            <a:r>
              <a:rPr lang="ru-RU" b="1" dirty="0"/>
              <a:t>Вы выбираете образец (Alt + клик), затем рисуете в нужном месте.</a:t>
            </a:r>
          </a:p>
          <a:p>
            <a:r>
              <a:rPr lang="ru-RU" b="1" dirty="0"/>
              <a:t>Применение к пицце:</a:t>
            </a:r>
          </a:p>
          <a:p>
            <a:r>
              <a:rPr lang="ru-RU" b="1" dirty="0"/>
              <a:t>Восстановить текстуру теста после удаления дефекта</a:t>
            </a:r>
          </a:p>
          <a:p>
            <a:r>
              <a:rPr lang="ru-RU" b="1" dirty="0"/>
              <a:t>Убрать крупный посторонний объект (например, чужую руку)</a:t>
            </a:r>
          </a:p>
          <a:p>
            <a:r>
              <a:rPr lang="ru-RU" b="1" dirty="0"/>
              <a:t>Дорисовать недостающий кусок сыра</a:t>
            </a:r>
          </a:p>
          <a:p>
            <a:r>
              <a:rPr lang="ru-RU" b="1" dirty="0"/>
              <a:t>Совет:</a:t>
            </a:r>
          </a:p>
          <a:p>
            <a:r>
              <a:rPr lang="ru-RU" b="1" dirty="0"/>
              <a:t>Выбирайте образец рядом с дефектом, чтобы совпадали свет и тень.</a:t>
            </a:r>
          </a:p>
          <a:p>
            <a:r>
              <a:rPr lang="ru-RU" b="1" dirty="0"/>
              <a:t>Визуал: Скриншот иконки + схема: источник → штамп</a:t>
            </a:r>
          </a:p>
        </p:txBody>
      </p:sp>
    </p:spTree>
    <p:extLst>
      <p:ext uri="{BB962C8B-B14F-4D97-AF65-F5344CB8AC3E}">
        <p14:creationId xmlns:p14="http://schemas.microsoft.com/office/powerpoint/2010/main" val="170545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61293-4E64-D703-6533-0E48BE67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Инструмент 3: </a:t>
            </a:r>
            <a:r>
              <a:rPr lang="en-US" b="1" dirty="0"/>
              <a:t>Content-Aware Fill</a:t>
            </a:r>
            <a:br>
              <a:rPr lang="en-US" b="1" dirty="0"/>
            </a:br>
            <a:br>
              <a:rPr lang="en-US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AD9C39-FDA2-1B9F-25AC-BF4AE4623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Заголовок:</a:t>
            </a:r>
            <a:r>
              <a:rPr lang="ru-RU" dirty="0"/>
              <a:t> Автоматическая заливка с умом</a:t>
            </a:r>
          </a:p>
          <a:p>
            <a:r>
              <a:rPr lang="ru-RU" b="1" dirty="0"/>
              <a:t>Где найти:</a:t>
            </a:r>
            <a:br>
              <a:rPr lang="ru-RU" dirty="0"/>
            </a:br>
            <a:r>
              <a:rPr lang="ru-RU" dirty="0"/>
              <a:t>Выделить область → </a:t>
            </a:r>
            <a:r>
              <a:rPr lang="ru-RU" dirty="0" err="1"/>
              <a:t>Edit</a:t>
            </a:r>
            <a:r>
              <a:rPr lang="ru-RU" dirty="0"/>
              <a:t> → </a:t>
            </a:r>
            <a:r>
              <a:rPr lang="ru-RU" dirty="0" err="1"/>
              <a:t>Fill</a:t>
            </a:r>
            <a:r>
              <a:rPr lang="ru-RU" dirty="0"/>
              <a:t> → Content-</a:t>
            </a:r>
            <a:r>
              <a:rPr lang="ru-RU" dirty="0" err="1"/>
              <a:t>Aware</a:t>
            </a:r>
            <a:r>
              <a:rPr lang="ru-RU" dirty="0"/>
              <a:t> (или Shift + F5)</a:t>
            </a:r>
          </a:p>
          <a:p>
            <a:r>
              <a:rPr lang="ru-RU" b="1" dirty="0"/>
              <a:t>Как работает:</a:t>
            </a:r>
            <a:br>
              <a:rPr lang="ru-RU" dirty="0"/>
            </a:br>
            <a:r>
              <a:rPr lang="ru-RU" dirty="0"/>
              <a:t>Photoshop сам заполняет выделенную область подходящей текстурой.</a:t>
            </a:r>
          </a:p>
          <a:p>
            <a:r>
              <a:rPr lang="ru-RU" b="1" dirty="0"/>
              <a:t>Применение к пицце:</a:t>
            </a:r>
            <a:endParaRPr lang="ru-RU" dirty="0"/>
          </a:p>
          <a:p>
            <a:r>
              <a:rPr lang="ru-RU" dirty="0"/>
              <a:t>Удалить логотип или надпись на фоне</a:t>
            </a:r>
          </a:p>
          <a:p>
            <a:r>
              <a:rPr lang="ru-RU" dirty="0"/>
              <a:t>Очистить стол от лишних предметов</a:t>
            </a:r>
          </a:p>
          <a:p>
            <a:r>
              <a:rPr lang="ru-RU" dirty="0"/>
              <a:t>Убрать людей с заднего плана</a:t>
            </a:r>
          </a:p>
          <a:p>
            <a:r>
              <a:rPr lang="ru-RU" b="1" dirty="0"/>
              <a:t>Ограничение:</a:t>
            </a:r>
            <a:br>
              <a:rPr lang="ru-RU" dirty="0"/>
            </a:br>
            <a:r>
              <a:rPr lang="ru-RU" dirty="0"/>
              <a:t>Не идеален для сложных текстур (например, пузырчатый сыр). Там нужен </a:t>
            </a:r>
            <a:r>
              <a:rPr lang="ru-RU" dirty="0" err="1"/>
              <a:t>Clone</a:t>
            </a:r>
            <a:r>
              <a:rPr lang="ru-RU" dirty="0"/>
              <a:t> </a:t>
            </a:r>
            <a:r>
              <a:rPr lang="ru-RU" dirty="0" err="1"/>
              <a:t>Stamp</a:t>
            </a:r>
            <a:r>
              <a:rPr lang="ru-RU" dirty="0"/>
              <a:t>.</a:t>
            </a:r>
          </a:p>
          <a:p>
            <a:r>
              <a:rPr lang="ru-RU" b="1"/>
              <a:t>Визуал:</a:t>
            </a:r>
            <a:r>
              <a:rPr lang="ru-RU"/>
              <a:t> Скриншот меню + пример: объект выделен → исчез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140028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</TotalTime>
  <Words>415</Words>
  <Application>Microsoft Office PowerPoint</Application>
  <PresentationFormat>Широкоэкранный</PresentationFormat>
  <Paragraphs>56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Аспект</vt:lpstr>
      <vt:lpstr>РЕТУШЬ И КОЛЛАЖ  </vt:lpstr>
      <vt:lpstr>Зачем ретушь для рекламы еды    </vt:lpstr>
      <vt:lpstr>Три типа работ в уроке    </vt:lpstr>
      <vt:lpstr>Инструмент 1: Spot Healing Brush  </vt:lpstr>
      <vt:lpstr> Инструмент 2: Clone Stamp (Штамп)   </vt:lpstr>
      <vt:lpstr>Инструмент 3: Content-Aware Fill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Tasya Sosina</dc:creator>
  <cp:lastModifiedBy>Tasya Sosina</cp:lastModifiedBy>
  <cp:revision>16</cp:revision>
  <dcterms:created xsi:type="dcterms:W3CDTF">2026-06-03T21:40:07Z</dcterms:created>
  <dcterms:modified xsi:type="dcterms:W3CDTF">2026-06-03T21:59:57Z</dcterms:modified>
</cp:coreProperties>
</file>